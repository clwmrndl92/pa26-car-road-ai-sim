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4" r:id="rId4"/>
    <p:sldId id="267" r:id="rId5"/>
    <p:sldId id="268" r:id="rId6"/>
    <p:sldId id="258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4CC"/>
    <a:srgbClr val="25ADFF"/>
    <a:srgbClr val="D0D8E8"/>
    <a:srgbClr val="E9EDF4"/>
    <a:srgbClr val="CF3C1C"/>
    <a:srgbClr val="D9B4AB"/>
    <a:srgbClr val="A15848"/>
    <a:srgbClr val="FFFFFF"/>
    <a:srgbClr val="3C92FF"/>
    <a:srgbClr val="FFE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96508" autoAdjust="0"/>
  </p:normalViewPr>
  <p:slideViewPr>
    <p:cSldViewPr>
      <p:cViewPr varScale="1">
        <p:scale>
          <a:sx n="116" d="100"/>
          <a:sy n="116" d="100"/>
        </p:scale>
        <p:origin x="102" y="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12881-8C8D-44A6-AE66-9F7D64B0003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BF9F-FA8F-4CB1-839A-D4536A9CA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2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7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08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C03F-75D5-FE77-733F-73157D2D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F6F53-EE89-2079-04DC-F28C9ADE8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338FE0-BCDA-C08E-3FBB-F469B9DAE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04F78-4E1D-4D2A-23F3-55A16A445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23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3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2572334"/>
            <a:ext cx="6614795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403"/>
            <a:ext cx="6104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5" y="2085975"/>
            <a:ext cx="821055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32" y="3695827"/>
            <a:ext cx="2962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자동차</a:t>
            </a:r>
            <a:r>
              <a:rPr sz="2400" spc="5" dirty="0">
                <a:solidFill>
                  <a:srgbClr val="CF3C1C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AI </a:t>
            </a:r>
            <a:r>
              <a:rPr sz="2400" spc="-10" dirty="0">
                <a:solidFill>
                  <a:srgbClr val="CF3C1C"/>
                </a:solidFill>
                <a:latin typeface="Malgun Gothic"/>
                <a:cs typeface="Malgun Gothic"/>
              </a:rPr>
              <a:t>시뮬레이션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393939"/>
                </a:solidFill>
              </a:rPr>
              <a:t>4</a:t>
            </a:r>
            <a:r>
              <a:rPr sz="5400" dirty="0">
                <a:solidFill>
                  <a:srgbClr val="393939"/>
                </a:solidFill>
              </a:rPr>
              <a:t>주차</a:t>
            </a:r>
            <a:r>
              <a:rPr sz="5400" spc="-10" dirty="0">
                <a:solidFill>
                  <a:srgbClr val="393939"/>
                </a:solidFill>
              </a:rPr>
              <a:t> </a:t>
            </a:r>
            <a:r>
              <a:rPr sz="5400" dirty="0">
                <a:solidFill>
                  <a:srgbClr val="393939"/>
                </a:solidFill>
              </a:rPr>
              <a:t>개발 진행</a:t>
            </a:r>
            <a:r>
              <a:rPr sz="5400" spc="-5" dirty="0">
                <a:solidFill>
                  <a:srgbClr val="393939"/>
                </a:solidFill>
              </a:rPr>
              <a:t> </a:t>
            </a:r>
            <a:r>
              <a:rPr sz="5400" spc="-25" dirty="0">
                <a:solidFill>
                  <a:srgbClr val="393939"/>
                </a:solidFill>
              </a:rPr>
              <a:t>보고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9659239" y="6299403"/>
            <a:ext cx="2057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Malgun Gothic"/>
                <a:cs typeface="Malgun Gothic"/>
              </a:rPr>
              <a:t>2026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펄어비스</a:t>
            </a:r>
            <a:r>
              <a:rPr sz="1050" spc="-2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여름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인턴 | </a:t>
            </a:r>
            <a:r>
              <a:rPr sz="1050" spc="-25" dirty="0">
                <a:latin typeface="Malgun Gothic"/>
                <a:cs typeface="Malgun Gothic"/>
              </a:rPr>
              <a:t>박인영</a:t>
            </a:r>
            <a:endParaRPr sz="1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8A6384-9146-4939-394F-B34ADED8A35A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912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목표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다수 차량의 자연스러운 주행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상호작용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신호준수</a:t>
            </a:r>
            <a:endParaRPr lang="en-US" altLang="ko-KR" sz="1600" b="1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이번주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ㅇㄹㅇㄹㅇㄹㅇㄹㅇㄹㅇㄹㅇㄹㅇ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algun Gothic"/>
                <a:cs typeface="Malgun Gothic"/>
              </a:rPr>
              <a:t> 가능한 </a:t>
            </a:r>
            <a:r>
              <a:rPr lang="ko-KR" altLang="ko-KR" sz="1400" dirty="0"/>
              <a:t>목표 위치와 방향까지</a:t>
            </a:r>
            <a:r>
              <a:rPr lang="ko-KR" altLang="en-US" sz="1400" dirty="0">
                <a:latin typeface="Malgun Gothic"/>
                <a:cs typeface="Malgun Gothic"/>
              </a:rPr>
              <a:t> 차량의 최단경로</a:t>
            </a:r>
            <a:endParaRPr lang="en-US" altLang="ko-KR" sz="1600" dirty="0">
              <a:latin typeface="+mn-ea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Sd</a:t>
            </a:r>
            <a:r>
              <a:rPr lang="ko-KR" altLang="en-US" sz="1400" dirty="0">
                <a:latin typeface="Malgun Gothic"/>
                <a:cs typeface="Malgun Gothic"/>
              </a:rPr>
              <a:t>전진 </a:t>
            </a:r>
            <a:r>
              <a:rPr lang="en-US" altLang="ko-KR" sz="1400" dirty="0">
                <a:latin typeface="Malgun Gothic"/>
                <a:cs typeface="Malgun Gothic"/>
              </a:rPr>
              <a:t>+ </a:t>
            </a:r>
            <a:r>
              <a:rPr lang="en-US" altLang="ko-KR" sz="1400" dirty="0" err="1">
                <a:latin typeface="+mn-ea"/>
              </a:rPr>
              <a:t>sds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4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/>
              <a:t>진행</a:t>
            </a:r>
            <a:r>
              <a:rPr spc="-50" dirty="0"/>
              <a:t> </a:t>
            </a:r>
            <a:r>
              <a:rPr spc="-25" dirty="0"/>
              <a:t>현황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D5A9-EF30-C2FA-41BD-461188DE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17A1AB1-A449-3EA6-18E4-5B0E8D409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4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 err="1"/>
              <a:t>진행</a:t>
            </a:r>
            <a:r>
              <a:rPr spc="-50" dirty="0"/>
              <a:t> </a:t>
            </a:r>
            <a:r>
              <a:rPr spc="-25" dirty="0" err="1"/>
              <a:t>현황</a:t>
            </a:r>
            <a:r>
              <a:rPr lang="en-US" spc="-25" dirty="0"/>
              <a:t> – </a:t>
            </a:r>
            <a:r>
              <a:rPr lang="ko-KR" altLang="en-US" spc="-25" dirty="0"/>
              <a:t>결과 영상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8031128-2D36-341E-B655-4D9B46C691D6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052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042C-DA12-125F-69ED-DA6BB20C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F55A566-7971-6A1F-76B0-E42C687A5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주차</a:t>
            </a:r>
            <a:r>
              <a:rPr lang="en-US" altLang="ko-KR" spc="-25" dirty="0"/>
              <a:t>(</a:t>
            </a:r>
            <a:r>
              <a:rPr lang="ko-KR" altLang="en-US" spc="-25" dirty="0" err="1"/>
              <a:t>출차</a:t>
            </a:r>
            <a:r>
              <a:rPr lang="en-US" altLang="ko-KR" spc="-25" dirty="0"/>
              <a:t>)</a:t>
            </a:r>
            <a:r>
              <a:rPr lang="ko-KR" altLang="en-US" spc="-25" dirty="0"/>
              <a:t> 구현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C66AFD-E123-1EA0-16A7-4E57587C4F24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44494F-B7B6-0ABC-858F-C3DA1F1E9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365863"/>
            <a:ext cx="5279848" cy="2807734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9A90FAB-1563-387E-0E53-949D369DAD07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09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n-ea"/>
              </a:rPr>
              <a:t>ReedShdfsfd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Malgun Gothic"/>
                <a:cs typeface="Malgun Gothic"/>
              </a:rPr>
              <a:t>알고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algun Gothic"/>
                <a:cs typeface="Malgun Gothic"/>
              </a:rPr>
              <a:t>전진 </a:t>
            </a:r>
            <a:r>
              <a:rPr lang="en-US" altLang="ko-KR" sz="1400" dirty="0">
                <a:latin typeface="Malgun Gothic"/>
                <a:cs typeface="Malgun Gothic"/>
              </a:rPr>
              <a:t>+ </a:t>
            </a:r>
            <a:r>
              <a:rPr lang="ko-KR" altLang="en-US" sz="1400" b="1" dirty="0">
                <a:solidFill>
                  <a:srgbClr val="CF3C1C"/>
                </a:solidFill>
                <a:latin typeface="Malgun Gothic"/>
                <a:cs typeface="Malgun Gothic"/>
              </a:rPr>
              <a:t>후진</a:t>
            </a:r>
            <a:r>
              <a:rPr lang="ko-KR" altLang="en-US" sz="1400" dirty="0">
                <a:latin typeface="Malgun Gothic"/>
                <a:cs typeface="Malgun Gothic"/>
              </a:rPr>
              <a:t>이 가능한 </a:t>
            </a:r>
            <a:r>
              <a:rPr lang="ko-KR" altLang="ko-KR" sz="1400" dirty="0"/>
              <a:t>목표 위치와 방향까지</a:t>
            </a:r>
            <a:r>
              <a:rPr lang="ko-KR" altLang="en-US" sz="1400" dirty="0">
                <a:latin typeface="Malgun Gothic"/>
                <a:cs typeface="Malgun Gothic"/>
              </a:rPr>
              <a:t> 차량의 최단경로</a:t>
            </a:r>
            <a:endParaRPr lang="en-US" altLang="ko-KR" sz="1600" dirty="0">
              <a:latin typeface="+mn-ea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n-ea"/>
              </a:rPr>
              <a:t>Sdsds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865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8272-0648-44BF-CEE8-5312BB9C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D3BBA40-416E-ED69-2EA3-DBE8FB0B8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피드백 </a:t>
            </a:r>
            <a:r>
              <a:rPr lang="en-US" altLang="ko-KR" spc="-25" dirty="0"/>
              <a:t>– Hybrid</a:t>
            </a:r>
            <a:r>
              <a:rPr lang="ko-KR" altLang="en-US" spc="-25" dirty="0"/>
              <a:t> </a:t>
            </a:r>
            <a:r>
              <a:rPr lang="en-US" altLang="ko-KR" spc="-25" dirty="0"/>
              <a:t>A* </a:t>
            </a:r>
            <a:r>
              <a:rPr lang="ko-KR" altLang="en-US" spc="-25" dirty="0"/>
              <a:t>성능 측정</a:t>
            </a:r>
            <a:r>
              <a:rPr lang="en-US" altLang="ko-KR" spc="-25" dirty="0"/>
              <a:t> 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FF1EA34-31C2-1B1A-3588-56E4DCF83612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F05CF7C-4F72-78B2-B236-CF10E8D14211}"/>
              </a:ext>
            </a:extLst>
          </p:cNvPr>
          <p:cNvSpPr txBox="1">
            <a:spLocks/>
          </p:cNvSpPr>
          <p:nvPr/>
        </p:nvSpPr>
        <p:spPr>
          <a:xfrm>
            <a:off x="1034878" y="1520351"/>
            <a:ext cx="10134600" cy="23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테스트 스크립트 구성하여 성능 테스트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번 탐색</a:t>
            </a:r>
            <a:endParaRPr lang="en-US" altLang="ko-KR" sz="1400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메모리 </a:t>
            </a:r>
            <a:r>
              <a:rPr lang="en-US" altLang="ko-KR" sz="1400" dirty="0">
                <a:latin typeface="+mn-ea"/>
              </a:rPr>
              <a:t>0.13MB / </a:t>
            </a:r>
            <a:r>
              <a:rPr lang="ko-KR" altLang="en-US" sz="1400" dirty="0">
                <a:latin typeface="+mn-ea"/>
              </a:rPr>
              <a:t>시간 </a:t>
            </a:r>
            <a:r>
              <a:rPr lang="en-US" altLang="ko-KR" sz="1400" dirty="0">
                <a:latin typeface="+mn-ea"/>
              </a:rPr>
              <a:t>: 0.16ms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2000</a:t>
            </a:r>
            <a:r>
              <a:rPr lang="ko-KR" altLang="en-US" sz="1400" dirty="0">
                <a:latin typeface="+mn-ea"/>
              </a:rPr>
              <a:t>번 탐색</a:t>
            </a:r>
            <a:endParaRPr lang="en-US" altLang="ko-KR" sz="1400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메모리 </a:t>
            </a:r>
            <a:r>
              <a:rPr lang="en-US" altLang="ko-KR" sz="1400" dirty="0">
                <a:latin typeface="+mn-ea"/>
              </a:rPr>
              <a:t>0.55MB / </a:t>
            </a:r>
            <a:r>
              <a:rPr lang="ko-KR" altLang="en-US" sz="1400" dirty="0">
                <a:latin typeface="+mn-ea"/>
              </a:rPr>
              <a:t>시간 </a:t>
            </a:r>
            <a:r>
              <a:rPr lang="en-US" altLang="ko-KR" sz="1400" dirty="0">
                <a:latin typeface="+mn-ea"/>
              </a:rPr>
              <a:t>: 52.27ms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5000</a:t>
            </a:r>
            <a:r>
              <a:rPr lang="ko-KR" altLang="en-US" sz="1400" dirty="0">
                <a:latin typeface="+mn-ea"/>
              </a:rPr>
              <a:t>번 </a:t>
            </a:r>
            <a:r>
              <a:rPr lang="en-US" altLang="ko-KR" sz="1400" dirty="0">
                <a:latin typeface="+mn-ea"/>
              </a:rPr>
              <a:t>(Max) </a:t>
            </a:r>
            <a:r>
              <a:rPr lang="ko-KR" altLang="en-US" sz="1400" dirty="0">
                <a:latin typeface="+mn-ea"/>
              </a:rPr>
              <a:t>탐색</a:t>
            </a:r>
            <a:endParaRPr lang="en-US" altLang="ko-KR" sz="1400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메모리 </a:t>
            </a:r>
            <a:r>
              <a:rPr lang="en-US" altLang="ko-KR" sz="1400" dirty="0">
                <a:latin typeface="+mn-ea"/>
              </a:rPr>
              <a:t>1.18MB / </a:t>
            </a:r>
            <a:r>
              <a:rPr lang="ko-KR" altLang="en-US" sz="1400" dirty="0">
                <a:latin typeface="+mn-ea"/>
              </a:rPr>
              <a:t>시간 </a:t>
            </a:r>
            <a:r>
              <a:rPr lang="en-US" altLang="ko-KR" sz="1400" dirty="0">
                <a:latin typeface="+mn-ea"/>
              </a:rPr>
              <a:t>: 117.68ms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3A203-53C6-565C-415D-3E2A100F8B07}"/>
              </a:ext>
            </a:extLst>
          </p:cNvPr>
          <p:cNvSpPr txBox="1"/>
          <p:nvPr/>
        </p:nvSpPr>
        <p:spPr>
          <a:xfrm>
            <a:off x="2895600" y="5257800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휴리스틱에 일반 </a:t>
            </a:r>
            <a:r>
              <a:rPr lang="en-US" altLang="ko-KR" dirty="0"/>
              <a:t>a* </a:t>
            </a:r>
            <a:r>
              <a:rPr lang="ko-KR" altLang="en-US" dirty="0"/>
              <a:t>포함 메모리 측정</a:t>
            </a:r>
          </a:p>
        </p:txBody>
      </p:sp>
    </p:spTree>
    <p:extLst>
      <p:ext uri="{BB962C8B-B14F-4D97-AF65-F5344CB8AC3E}">
        <p14:creationId xmlns:p14="http://schemas.microsoft.com/office/powerpoint/2010/main" val="286882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dirty="0"/>
              <a:t>향후</a:t>
            </a:r>
            <a:r>
              <a:rPr spc="-70" dirty="0"/>
              <a:t> </a:t>
            </a:r>
            <a:r>
              <a:rPr dirty="0"/>
              <a:t>진행</a:t>
            </a:r>
            <a:r>
              <a:rPr spc="-75" dirty="0"/>
              <a:t> </a:t>
            </a:r>
            <a:r>
              <a:rPr spc="-25" dirty="0"/>
              <a:t>계획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596898"/>
            <a:ext cx="944626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주차별 계획</a:t>
            </a:r>
            <a:endParaRPr sz="1600" dirty="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9283"/>
              </p:ext>
            </p:extLst>
          </p:nvPr>
        </p:nvGraphicFramePr>
        <p:xfrm>
          <a:off x="2028825" y="2085975"/>
          <a:ext cx="8128000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비고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1주차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렌더링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기반 구축,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조향/가속/제동/후진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강체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물리,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자전거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모델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2주차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길찾기,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차선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추종,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차선변경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BT,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스플라인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그래프,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A*,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PurePursuit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PID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3주차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ko-KR" altLang="en-US" sz="1200" b="1" dirty="0">
                          <a:latin typeface="Malgun Gothic"/>
                          <a:cs typeface="Malgun Gothic"/>
                        </a:rPr>
                        <a:t>주차 구현 및 단독 주행 튜닝 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Reeds-Shepp, Hybrid A*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4주차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주행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앞차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감지,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안전거리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유지,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신호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등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5주차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추월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도로 합류</a:t>
                      </a:r>
                      <a:r>
                        <a:rPr sz="1200" b="1" spc="-5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돌발</a:t>
                      </a:r>
                      <a:r>
                        <a:rPr sz="1200" b="1" spc="-5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대처</a:t>
                      </a:r>
                      <a:r>
                        <a:rPr sz="1200" b="1" spc="-5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(장애물</a:t>
                      </a:r>
                      <a:r>
                        <a:rPr sz="1200" b="1" spc="-5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F3C1C"/>
                          </a:solidFill>
                          <a:latin typeface="Malgun Gothic"/>
                          <a:cs typeface="Malgun Gothic"/>
                        </a:rPr>
                        <a:t>우회)</a:t>
                      </a:r>
                      <a:endParaRPr sz="1200" dirty="0">
                        <a:solidFill>
                          <a:srgbClr val="CF3C1C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6주차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스타일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적용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튜닝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7주차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대규모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최적화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공간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분할,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AI/렌더링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LOD,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ECS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8주차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안정화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폴리싱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</TotalTime>
  <Words>232</Words>
  <Application>Microsoft Office PowerPoint</Application>
  <PresentationFormat>와이드스크린</PresentationFormat>
  <Paragraphs>54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Arial MT</vt:lpstr>
      <vt:lpstr>맑은 고딕</vt:lpstr>
      <vt:lpstr>맑은 고딕</vt:lpstr>
      <vt:lpstr>Arial</vt:lpstr>
      <vt:lpstr>Calibri</vt:lpstr>
      <vt:lpstr>Times New Roman</vt:lpstr>
      <vt:lpstr>Office Theme</vt:lpstr>
      <vt:lpstr>4주차 개발 진행 보고</vt:lpstr>
      <vt:lpstr>4주차 진행 현황</vt:lpstr>
      <vt:lpstr>4주차 진행 현황 – 결과 영상</vt:lpstr>
      <vt:lpstr>작업내용 – 주차(출차) 구현</vt:lpstr>
      <vt:lpstr>피드백 – Hybrid A* 성능 측정 </vt:lpstr>
      <vt:lpstr>향후 진행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박인영</dc:creator>
  <cp:lastModifiedBy>박인영</cp:lastModifiedBy>
  <cp:revision>21</cp:revision>
  <dcterms:created xsi:type="dcterms:W3CDTF">2026-07-10T04:44:00Z</dcterms:created>
  <dcterms:modified xsi:type="dcterms:W3CDTF">2026-07-16T09:34:49Z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Microsoft 365용</vt:lpwstr>
  </property>
</Properties>
</file>