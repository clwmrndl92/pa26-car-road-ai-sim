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sldIdLst>
    <p:sldId id="256" r:id="rId2"/>
    <p:sldId id="264" r:id="rId3"/>
    <p:sldId id="265" r:id="rId4"/>
    <p:sldId id="263" r:id="rId5"/>
    <p:sldId id="262" r:id="rId6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F3C1C"/>
    <a:srgbClr val="3C92FF"/>
    <a:srgbClr val="FFEF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50" d="100"/>
          <a:sy n="150" d="100"/>
        </p:scale>
        <p:origin x="654" y="12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912881-8C8D-44A6-AE66-9F7D64B0003F}" type="datetimeFigureOut">
              <a:rPr lang="ko-KR" altLang="en-US" smtClean="0"/>
              <a:t>2026-07-15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40BF9F-FA8F-4CB1-839A-D4536A9CAC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68290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52932" y="2572334"/>
            <a:ext cx="6614795" cy="8489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7/15/2026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7/15/2026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7/15/2026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939" y="684403"/>
            <a:ext cx="6104255" cy="4521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990725" y="2085975"/>
            <a:ext cx="8210550" cy="3333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52932" y="3695827"/>
            <a:ext cx="29629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CF3C1C"/>
                </a:solidFill>
                <a:latin typeface="Malgun Gothic"/>
                <a:cs typeface="Malgun Gothic"/>
              </a:rPr>
              <a:t>자동차</a:t>
            </a:r>
            <a:r>
              <a:rPr sz="2400" spc="5" dirty="0">
                <a:solidFill>
                  <a:srgbClr val="CF3C1C"/>
                </a:solidFill>
                <a:latin typeface="Malgun Gothic"/>
                <a:cs typeface="Malgun Gothic"/>
              </a:rPr>
              <a:t> </a:t>
            </a:r>
            <a:r>
              <a:rPr sz="2400" dirty="0">
                <a:solidFill>
                  <a:srgbClr val="CF3C1C"/>
                </a:solidFill>
                <a:latin typeface="Malgun Gothic"/>
                <a:cs typeface="Malgun Gothic"/>
              </a:rPr>
              <a:t>AI </a:t>
            </a:r>
            <a:r>
              <a:rPr sz="2400" spc="-10" dirty="0">
                <a:solidFill>
                  <a:srgbClr val="CF3C1C"/>
                </a:solidFill>
                <a:latin typeface="Malgun Gothic"/>
                <a:cs typeface="Malgun Gothic"/>
              </a:rPr>
              <a:t>시뮬레이션</a:t>
            </a:r>
            <a:endParaRPr sz="2400">
              <a:latin typeface="Malgun Gothic"/>
              <a:cs typeface="Malgun Gothic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5400" dirty="0">
                <a:solidFill>
                  <a:srgbClr val="393939"/>
                </a:solidFill>
              </a:rPr>
              <a:t>3</a:t>
            </a:r>
            <a:r>
              <a:rPr sz="5400" dirty="0">
                <a:solidFill>
                  <a:srgbClr val="393939"/>
                </a:solidFill>
              </a:rPr>
              <a:t>주차</a:t>
            </a:r>
            <a:r>
              <a:rPr sz="5400" spc="-10" dirty="0">
                <a:solidFill>
                  <a:srgbClr val="393939"/>
                </a:solidFill>
              </a:rPr>
              <a:t> </a:t>
            </a:r>
            <a:r>
              <a:rPr sz="5400" dirty="0">
                <a:solidFill>
                  <a:srgbClr val="393939"/>
                </a:solidFill>
              </a:rPr>
              <a:t>개발 진행</a:t>
            </a:r>
            <a:r>
              <a:rPr sz="5400" spc="-5" dirty="0">
                <a:solidFill>
                  <a:srgbClr val="393939"/>
                </a:solidFill>
              </a:rPr>
              <a:t> </a:t>
            </a:r>
            <a:r>
              <a:rPr sz="5400" spc="-25" dirty="0">
                <a:solidFill>
                  <a:srgbClr val="393939"/>
                </a:solidFill>
              </a:rPr>
              <a:t>보고</a:t>
            </a:r>
            <a:endParaRPr sz="5400" dirty="0"/>
          </a:p>
        </p:txBody>
      </p:sp>
      <p:sp>
        <p:nvSpPr>
          <p:cNvPr id="4" name="object 4"/>
          <p:cNvSpPr txBox="1"/>
          <p:nvPr/>
        </p:nvSpPr>
        <p:spPr>
          <a:xfrm>
            <a:off x="9659239" y="6299403"/>
            <a:ext cx="205740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latin typeface="Malgun Gothic"/>
                <a:cs typeface="Malgun Gothic"/>
              </a:rPr>
              <a:t>2026</a:t>
            </a:r>
            <a:r>
              <a:rPr sz="1050" spc="-10" dirty="0">
                <a:latin typeface="Malgun Gothic"/>
                <a:cs typeface="Malgun Gothic"/>
              </a:rPr>
              <a:t> </a:t>
            </a:r>
            <a:r>
              <a:rPr sz="1050" dirty="0">
                <a:latin typeface="Malgun Gothic"/>
                <a:cs typeface="Malgun Gothic"/>
              </a:rPr>
              <a:t>펄어비스</a:t>
            </a:r>
            <a:r>
              <a:rPr sz="1050" spc="-20" dirty="0">
                <a:latin typeface="Malgun Gothic"/>
                <a:cs typeface="Malgun Gothic"/>
              </a:rPr>
              <a:t> </a:t>
            </a:r>
            <a:r>
              <a:rPr sz="1050" dirty="0">
                <a:latin typeface="Malgun Gothic"/>
                <a:cs typeface="Malgun Gothic"/>
              </a:rPr>
              <a:t>여름</a:t>
            </a:r>
            <a:r>
              <a:rPr sz="1050" spc="-10" dirty="0">
                <a:latin typeface="Malgun Gothic"/>
                <a:cs typeface="Malgun Gothic"/>
              </a:rPr>
              <a:t> </a:t>
            </a:r>
            <a:r>
              <a:rPr sz="1050" dirty="0">
                <a:latin typeface="Malgun Gothic"/>
                <a:cs typeface="Malgun Gothic"/>
              </a:rPr>
              <a:t>인턴 | </a:t>
            </a:r>
            <a:r>
              <a:rPr sz="1050" spc="-25" dirty="0">
                <a:latin typeface="Malgun Gothic"/>
                <a:cs typeface="Malgun Gothic"/>
              </a:rPr>
              <a:t>박인영</a:t>
            </a:r>
            <a:endParaRPr sz="105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87789F-E415-604A-9710-3176ED2ADF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3AEB69DE-C210-084B-717C-550774A5900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ko-KR" altLang="en-US" spc="-25" dirty="0"/>
              <a:t>작업내용 </a:t>
            </a:r>
            <a:r>
              <a:rPr lang="en-US" altLang="ko-KR" spc="-25" dirty="0"/>
              <a:t>– </a:t>
            </a:r>
            <a:r>
              <a:rPr lang="ko-KR" altLang="en-US" spc="-25" dirty="0"/>
              <a:t>도로 에디터 제작</a:t>
            </a:r>
            <a:endParaRPr spc="-25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3669C933-B7DF-3909-2D71-E412F545E419}"/>
              </a:ext>
            </a:extLst>
          </p:cNvPr>
          <p:cNvSpPr txBox="1"/>
          <p:nvPr/>
        </p:nvSpPr>
        <p:spPr>
          <a:xfrm>
            <a:off x="916939" y="1671573"/>
            <a:ext cx="9903461" cy="45826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970"/>
              </a:spcBef>
              <a:buFont typeface="Arial MT"/>
              <a:buChar char="•"/>
              <a:tabLst>
                <a:tab pos="240665" algn="l"/>
              </a:tabLst>
            </a:pPr>
            <a:r>
              <a:rPr lang="ko-KR" altLang="en-US" sz="1600" dirty="0">
                <a:latin typeface="Malgun Gothic"/>
                <a:cs typeface="Malgun Gothic"/>
              </a:rPr>
              <a:t>간단한 도로 에디터 제작</a:t>
            </a:r>
          </a:p>
          <a:p>
            <a:pPr marL="698500" lvl="1" indent="-228600">
              <a:lnSpc>
                <a:spcPct val="100000"/>
              </a:lnSpc>
              <a:spcBef>
                <a:spcPts val="1315"/>
              </a:spcBef>
              <a:buFont typeface="Arial MT"/>
              <a:buChar char="•"/>
              <a:tabLst>
                <a:tab pos="698500" algn="l"/>
              </a:tabLst>
            </a:pPr>
            <a:r>
              <a:rPr lang="ko-KR" altLang="en-US" sz="1400" dirty="0">
                <a:latin typeface="Malgun Gothic"/>
                <a:cs typeface="Malgun Gothic"/>
              </a:rPr>
              <a:t>차선 그리기</a:t>
            </a:r>
            <a:endParaRPr lang="en-US" altLang="ko-KR" sz="1400" dirty="0">
              <a:latin typeface="Malgun Gothic"/>
              <a:cs typeface="Malgun Gothic"/>
            </a:endParaRPr>
          </a:p>
          <a:p>
            <a:pPr marL="698500" lvl="1" indent="-228600">
              <a:lnSpc>
                <a:spcPct val="100000"/>
              </a:lnSpc>
              <a:spcBef>
                <a:spcPts val="1315"/>
              </a:spcBef>
              <a:buFont typeface="Arial MT"/>
              <a:buChar char="•"/>
              <a:tabLst>
                <a:tab pos="698500" algn="l"/>
              </a:tabLst>
            </a:pPr>
            <a:r>
              <a:rPr lang="ko-KR" altLang="en-US" sz="1400" dirty="0">
                <a:latin typeface="Malgun Gothic"/>
                <a:cs typeface="Malgun Gothic"/>
              </a:rPr>
              <a:t>도로 데이터 추가</a:t>
            </a:r>
            <a:endParaRPr lang="en-US" altLang="ko-KR" sz="1400" dirty="0">
              <a:latin typeface="Malgun Gothic"/>
              <a:cs typeface="Malgun Gothic"/>
            </a:endParaRPr>
          </a:p>
          <a:p>
            <a:pPr marL="240665" indent="-227965">
              <a:lnSpc>
                <a:spcPct val="100000"/>
              </a:lnSpc>
              <a:spcBef>
                <a:spcPts val="1970"/>
              </a:spcBef>
              <a:buFont typeface="Arial MT"/>
              <a:buChar char="•"/>
              <a:tabLst>
                <a:tab pos="240665" algn="l"/>
              </a:tabLst>
            </a:pPr>
            <a:r>
              <a:rPr lang="ko-KR" altLang="en-US" sz="1600" dirty="0">
                <a:latin typeface="Malgun Gothic"/>
                <a:cs typeface="Malgun Gothic"/>
              </a:rPr>
              <a:t>도로 데이터</a:t>
            </a:r>
          </a:p>
          <a:p>
            <a:pPr marL="698500" lvl="1" indent="-228600">
              <a:lnSpc>
                <a:spcPct val="100000"/>
              </a:lnSpc>
              <a:spcBef>
                <a:spcPts val="1315"/>
              </a:spcBef>
              <a:buFont typeface="Arial MT"/>
              <a:buChar char="•"/>
              <a:tabLst>
                <a:tab pos="698500" algn="l"/>
              </a:tabLst>
            </a:pPr>
            <a:r>
              <a:rPr lang="ko-KR" altLang="en-US" sz="1400" dirty="0">
                <a:latin typeface="Malgun Gothic"/>
                <a:cs typeface="Malgun Gothic"/>
              </a:rPr>
              <a:t>차선</a:t>
            </a:r>
            <a:r>
              <a:rPr lang="en-US" altLang="ko-KR" sz="1400" dirty="0">
                <a:latin typeface="Malgun Gothic"/>
                <a:cs typeface="Malgun Gothic"/>
              </a:rPr>
              <a:t> </a:t>
            </a:r>
            <a:r>
              <a:rPr lang="ko-KR" altLang="en-US" sz="1400" dirty="0" err="1">
                <a:latin typeface="Malgun Gothic"/>
                <a:cs typeface="Malgun Gothic"/>
              </a:rPr>
              <a:t>스플라인</a:t>
            </a:r>
            <a:endParaRPr lang="en-US" altLang="ko-KR" sz="1400" dirty="0">
              <a:latin typeface="Malgun Gothic"/>
              <a:cs typeface="Malgun Gothic"/>
            </a:endParaRPr>
          </a:p>
          <a:p>
            <a:pPr marL="698500" lvl="1" indent="-228600">
              <a:lnSpc>
                <a:spcPct val="100000"/>
              </a:lnSpc>
              <a:spcBef>
                <a:spcPts val="1315"/>
              </a:spcBef>
              <a:buFont typeface="Arial MT"/>
              <a:buChar char="•"/>
              <a:tabLst>
                <a:tab pos="698500" algn="l"/>
              </a:tabLst>
            </a:pPr>
            <a:r>
              <a:rPr lang="ko-KR" altLang="en-US" sz="1400" dirty="0">
                <a:latin typeface="Malgun Gothic"/>
                <a:cs typeface="Malgun Gothic"/>
              </a:rPr>
              <a:t>장애물</a:t>
            </a:r>
            <a:endParaRPr lang="en-US" altLang="ko-KR" sz="1400" dirty="0">
              <a:latin typeface="Malgun Gothic"/>
              <a:cs typeface="Malgun Gothic"/>
            </a:endParaRPr>
          </a:p>
          <a:p>
            <a:pPr marL="469900" lvl="4">
              <a:spcBef>
                <a:spcPts val="1315"/>
              </a:spcBef>
              <a:tabLst>
                <a:tab pos="698500" algn="l"/>
              </a:tabLst>
            </a:pPr>
            <a:r>
              <a:rPr lang="en-US" altLang="ko-KR" sz="1400" dirty="0">
                <a:latin typeface="Malgun Gothic"/>
                <a:cs typeface="Malgun Gothic"/>
              </a:rPr>
              <a:t>	- </a:t>
            </a:r>
            <a:r>
              <a:rPr lang="ko-KR" altLang="en-US" sz="1400" dirty="0">
                <a:latin typeface="Malgun Gothic"/>
                <a:cs typeface="Malgun Gothic"/>
              </a:rPr>
              <a:t>사각형 고정 장애물</a:t>
            </a:r>
            <a:endParaRPr lang="en-US" altLang="ko-KR" sz="1400" dirty="0">
              <a:latin typeface="Malgun Gothic"/>
              <a:cs typeface="Malgun Gothic"/>
            </a:endParaRPr>
          </a:p>
          <a:p>
            <a:pPr marL="698500" lvl="1" indent="-228600">
              <a:lnSpc>
                <a:spcPct val="100000"/>
              </a:lnSpc>
              <a:spcBef>
                <a:spcPts val="1315"/>
              </a:spcBef>
              <a:buFont typeface="Arial MT"/>
              <a:buChar char="•"/>
              <a:tabLst>
                <a:tab pos="698500" algn="l"/>
              </a:tabLst>
            </a:pPr>
            <a:r>
              <a:rPr lang="ko-KR" altLang="en-US" sz="1400" dirty="0">
                <a:latin typeface="Malgun Gothic"/>
                <a:cs typeface="Malgun Gothic"/>
              </a:rPr>
              <a:t>주차장</a:t>
            </a:r>
            <a:endParaRPr lang="en-US" altLang="ko-KR" sz="1400" dirty="0">
              <a:latin typeface="Malgun Gothic"/>
              <a:cs typeface="Malgun Gothic"/>
            </a:endParaRPr>
          </a:p>
          <a:p>
            <a:pPr marL="469900" lvl="1">
              <a:lnSpc>
                <a:spcPct val="100000"/>
              </a:lnSpc>
              <a:spcBef>
                <a:spcPts val="1315"/>
              </a:spcBef>
              <a:tabLst>
                <a:tab pos="698500" algn="l"/>
              </a:tabLst>
            </a:pPr>
            <a:r>
              <a:rPr lang="en-US" altLang="ko-KR" sz="1400" dirty="0">
                <a:latin typeface="Malgun Gothic"/>
                <a:cs typeface="Malgun Gothic"/>
              </a:rPr>
              <a:t>	- </a:t>
            </a:r>
            <a:r>
              <a:rPr lang="ko-KR" altLang="en-US" sz="1400" dirty="0">
                <a:latin typeface="Malgun Gothic"/>
                <a:cs typeface="Malgun Gothic"/>
              </a:rPr>
              <a:t>주차 노드</a:t>
            </a:r>
            <a:endParaRPr lang="en-US" altLang="ko-KR" sz="1400" dirty="0">
              <a:latin typeface="Malgun Gothic"/>
              <a:cs typeface="Malgun Gothic"/>
            </a:endParaRPr>
          </a:p>
          <a:p>
            <a:pPr marL="469900" lvl="1">
              <a:lnSpc>
                <a:spcPct val="100000"/>
              </a:lnSpc>
              <a:spcBef>
                <a:spcPts val="1315"/>
              </a:spcBef>
              <a:tabLst>
                <a:tab pos="698500" algn="l"/>
              </a:tabLst>
            </a:pPr>
            <a:r>
              <a:rPr lang="en-US" altLang="ko-KR" sz="1400" dirty="0">
                <a:latin typeface="Malgun Gothic"/>
                <a:cs typeface="Malgun Gothic"/>
              </a:rPr>
              <a:t>	- </a:t>
            </a:r>
            <a:r>
              <a:rPr lang="ko-KR" altLang="en-US" sz="1400" dirty="0" err="1">
                <a:latin typeface="Malgun Gothic"/>
                <a:cs typeface="Malgun Gothic"/>
              </a:rPr>
              <a:t>주차칸</a:t>
            </a:r>
            <a:r>
              <a:rPr lang="ko-KR" altLang="en-US" sz="1400" dirty="0">
                <a:latin typeface="Malgun Gothic"/>
                <a:cs typeface="Malgun Gothic"/>
              </a:rPr>
              <a:t> 노드</a:t>
            </a:r>
            <a:r>
              <a:rPr lang="en-US" altLang="ko-KR" sz="1400" dirty="0">
                <a:latin typeface="Malgun Gothic"/>
                <a:cs typeface="Malgun Gothic"/>
              </a:rPr>
              <a:t> </a:t>
            </a:r>
          </a:p>
          <a:p>
            <a:pPr marL="469900" lvl="1">
              <a:lnSpc>
                <a:spcPct val="100000"/>
              </a:lnSpc>
              <a:spcBef>
                <a:spcPts val="1315"/>
              </a:spcBef>
              <a:tabLst>
                <a:tab pos="698500" algn="l"/>
              </a:tabLst>
            </a:pPr>
            <a:r>
              <a:rPr lang="en-US" altLang="ko-KR" sz="1400" dirty="0">
                <a:latin typeface="Malgun Gothic"/>
                <a:cs typeface="Malgun Gothic"/>
              </a:rPr>
              <a:t>	- </a:t>
            </a:r>
            <a:r>
              <a:rPr lang="ko-KR" altLang="en-US" sz="1400" dirty="0">
                <a:latin typeface="Malgun Gothic"/>
                <a:cs typeface="Malgun Gothic"/>
              </a:rPr>
              <a:t>주차장 </a:t>
            </a:r>
            <a:r>
              <a:rPr lang="ko-KR" altLang="en-US" sz="1400" dirty="0" err="1">
                <a:latin typeface="Malgun Gothic"/>
                <a:cs typeface="Malgun Gothic"/>
              </a:rPr>
              <a:t>스플라인</a:t>
            </a:r>
            <a:endParaRPr lang="en-US" altLang="ko-KR" sz="1400" dirty="0">
              <a:latin typeface="Malgun Gothic"/>
              <a:cs typeface="Malgun Gothic"/>
            </a:endParaRPr>
          </a:p>
          <a:p>
            <a:pPr marL="698500" indent="-228600">
              <a:spcBef>
                <a:spcPts val="1315"/>
              </a:spcBef>
              <a:buFont typeface="Arial MT"/>
              <a:buChar char="•"/>
              <a:tabLst>
                <a:tab pos="698500" algn="l"/>
              </a:tabLst>
            </a:pPr>
            <a:endParaRPr lang="en-US" altLang="ko-KR" sz="1400" dirty="0">
              <a:latin typeface="Malgun Gothic"/>
              <a:cs typeface="Malgun Gothic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E230D728-C5F9-7C64-F0B0-77D38B66B5A2}"/>
              </a:ext>
            </a:extLst>
          </p:cNvPr>
          <p:cNvSpPr/>
          <p:nvPr/>
        </p:nvSpPr>
        <p:spPr>
          <a:xfrm>
            <a:off x="838200" y="1311910"/>
            <a:ext cx="10515600" cy="0"/>
          </a:xfrm>
          <a:custGeom>
            <a:avLst/>
            <a:gdLst/>
            <a:ahLst/>
            <a:cxnLst/>
            <a:rect l="l" t="t" r="r" b="b"/>
            <a:pathLst>
              <a:path w="10515600">
                <a:moveTo>
                  <a:pt x="0" y="0"/>
                </a:moveTo>
                <a:lnTo>
                  <a:pt x="10515600" y="0"/>
                </a:lnTo>
              </a:path>
            </a:pathLst>
          </a:custGeom>
          <a:ln w="28575">
            <a:solidFill>
              <a:srgbClr val="CF3C1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293B212-973E-F040-4BF0-CA88A3AB83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7716" y="1981200"/>
            <a:ext cx="6175134" cy="3619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29160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23042C-DA12-125F-69ED-DA6BB20CA2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FF55A566-7971-6A1F-76B0-E42C687A593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ko-KR" altLang="en-US" spc="-25" dirty="0"/>
              <a:t>작업내용 </a:t>
            </a:r>
            <a:r>
              <a:rPr lang="en-US" altLang="ko-KR" spc="-25" dirty="0"/>
              <a:t>– </a:t>
            </a:r>
            <a:r>
              <a:rPr lang="ko-KR" altLang="en-US" spc="-25" dirty="0"/>
              <a:t>주차</a:t>
            </a:r>
            <a:r>
              <a:rPr lang="en-US" altLang="ko-KR" spc="-25" dirty="0"/>
              <a:t>(</a:t>
            </a:r>
            <a:r>
              <a:rPr lang="ko-KR" altLang="en-US" spc="-25" dirty="0" err="1"/>
              <a:t>출차</a:t>
            </a:r>
            <a:r>
              <a:rPr lang="en-US" altLang="ko-KR" spc="-25" dirty="0"/>
              <a:t>)</a:t>
            </a:r>
            <a:r>
              <a:rPr lang="ko-KR" altLang="en-US" spc="-25" dirty="0"/>
              <a:t> 구현</a:t>
            </a:r>
            <a:endParaRPr spc="-25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B38E0346-D2B6-86EC-BB00-F68A87CDB2C3}"/>
              </a:ext>
            </a:extLst>
          </p:cNvPr>
          <p:cNvSpPr txBox="1"/>
          <p:nvPr/>
        </p:nvSpPr>
        <p:spPr>
          <a:xfrm>
            <a:off x="916939" y="1671573"/>
            <a:ext cx="9903461" cy="420050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970"/>
              </a:spcBef>
              <a:buFont typeface="Arial MT"/>
              <a:buChar char="•"/>
              <a:tabLst>
                <a:tab pos="240665" algn="l"/>
              </a:tabLst>
            </a:pPr>
            <a:r>
              <a:rPr lang="en-US" altLang="ko-KR" sz="1400" dirty="0">
                <a:latin typeface="Malgun Gothic"/>
                <a:cs typeface="Malgun Gothic"/>
              </a:rPr>
              <a:t>Reeds-Shepp </a:t>
            </a:r>
            <a:r>
              <a:rPr lang="ko-KR" altLang="en-US" sz="1400" dirty="0">
                <a:latin typeface="Malgun Gothic"/>
                <a:cs typeface="Malgun Gothic"/>
              </a:rPr>
              <a:t>차선 그리기</a:t>
            </a:r>
            <a:endParaRPr lang="en-US" altLang="ko-KR" sz="1400" dirty="0">
              <a:latin typeface="Malgun Gothic"/>
              <a:cs typeface="Malgun Gothic"/>
            </a:endParaRPr>
          </a:p>
          <a:p>
            <a:pPr marL="698500" lvl="1" indent="-228600">
              <a:lnSpc>
                <a:spcPct val="100000"/>
              </a:lnSpc>
              <a:spcBef>
                <a:spcPts val="1315"/>
              </a:spcBef>
              <a:buFont typeface="Arial MT"/>
              <a:buChar char="•"/>
              <a:tabLst>
                <a:tab pos="698500" algn="l"/>
              </a:tabLst>
            </a:pPr>
            <a:r>
              <a:rPr lang="ko-KR" altLang="en-US" sz="1400" dirty="0">
                <a:latin typeface="Malgun Gothic"/>
                <a:cs typeface="Malgun Gothic"/>
              </a:rPr>
              <a:t>도로 데이터 추가</a:t>
            </a:r>
            <a:endParaRPr lang="en-US" altLang="ko-KR" sz="1400" dirty="0">
              <a:latin typeface="Malgun Gothic"/>
              <a:cs typeface="Malgun Gothic"/>
            </a:endParaRPr>
          </a:p>
          <a:p>
            <a:pPr marL="240665" indent="-227965">
              <a:lnSpc>
                <a:spcPct val="100000"/>
              </a:lnSpc>
              <a:spcBef>
                <a:spcPts val="1970"/>
              </a:spcBef>
              <a:buFont typeface="Arial MT"/>
              <a:buChar char="•"/>
              <a:tabLst>
                <a:tab pos="240665" algn="l"/>
              </a:tabLst>
            </a:pPr>
            <a:r>
              <a:rPr lang="ko-KR" altLang="en-US" sz="1600" dirty="0">
                <a:latin typeface="Malgun Gothic"/>
                <a:cs typeface="Malgun Gothic"/>
              </a:rPr>
              <a:t>도로 데이터</a:t>
            </a:r>
          </a:p>
          <a:p>
            <a:pPr marL="698500" lvl="1" indent="-228600">
              <a:lnSpc>
                <a:spcPct val="100000"/>
              </a:lnSpc>
              <a:spcBef>
                <a:spcPts val="1315"/>
              </a:spcBef>
              <a:buFont typeface="Arial MT"/>
              <a:buChar char="•"/>
              <a:tabLst>
                <a:tab pos="698500" algn="l"/>
              </a:tabLst>
            </a:pPr>
            <a:r>
              <a:rPr lang="ko-KR" altLang="en-US" sz="1400" dirty="0">
                <a:latin typeface="Malgun Gothic"/>
                <a:cs typeface="Malgun Gothic"/>
              </a:rPr>
              <a:t>차선</a:t>
            </a:r>
            <a:r>
              <a:rPr lang="en-US" altLang="ko-KR" sz="1400" dirty="0">
                <a:latin typeface="Malgun Gothic"/>
                <a:cs typeface="Malgun Gothic"/>
              </a:rPr>
              <a:t> </a:t>
            </a:r>
            <a:r>
              <a:rPr lang="ko-KR" altLang="en-US" sz="1400" dirty="0" err="1">
                <a:latin typeface="Malgun Gothic"/>
                <a:cs typeface="Malgun Gothic"/>
              </a:rPr>
              <a:t>스플라인</a:t>
            </a:r>
            <a:endParaRPr lang="en-US" altLang="ko-KR" sz="1400" dirty="0">
              <a:latin typeface="Malgun Gothic"/>
              <a:cs typeface="Malgun Gothic"/>
            </a:endParaRPr>
          </a:p>
          <a:p>
            <a:pPr marL="698500" lvl="1" indent="-228600">
              <a:lnSpc>
                <a:spcPct val="100000"/>
              </a:lnSpc>
              <a:spcBef>
                <a:spcPts val="1315"/>
              </a:spcBef>
              <a:buFont typeface="Arial MT"/>
              <a:buChar char="•"/>
              <a:tabLst>
                <a:tab pos="698500" algn="l"/>
              </a:tabLst>
            </a:pPr>
            <a:r>
              <a:rPr lang="ko-KR" altLang="en-US" sz="1400" dirty="0">
                <a:latin typeface="Malgun Gothic"/>
                <a:cs typeface="Malgun Gothic"/>
              </a:rPr>
              <a:t>장애물</a:t>
            </a:r>
            <a:endParaRPr lang="en-US" altLang="ko-KR" sz="1400" dirty="0">
              <a:latin typeface="Malgun Gothic"/>
              <a:cs typeface="Malgun Gothic"/>
            </a:endParaRPr>
          </a:p>
          <a:p>
            <a:pPr marL="469900" lvl="4">
              <a:spcBef>
                <a:spcPts val="1315"/>
              </a:spcBef>
              <a:tabLst>
                <a:tab pos="698500" algn="l"/>
              </a:tabLst>
            </a:pPr>
            <a:r>
              <a:rPr lang="en-US" altLang="ko-KR" sz="1400" dirty="0">
                <a:latin typeface="Malgun Gothic"/>
                <a:cs typeface="Malgun Gothic"/>
              </a:rPr>
              <a:t>	- </a:t>
            </a:r>
            <a:r>
              <a:rPr lang="ko-KR" altLang="en-US" sz="1400" dirty="0">
                <a:latin typeface="Malgun Gothic"/>
                <a:cs typeface="Malgun Gothic"/>
              </a:rPr>
              <a:t>사각형 고정 장애물</a:t>
            </a:r>
            <a:endParaRPr lang="en-US" altLang="ko-KR" sz="1400" dirty="0">
              <a:latin typeface="Malgun Gothic"/>
              <a:cs typeface="Malgun Gothic"/>
            </a:endParaRPr>
          </a:p>
          <a:p>
            <a:pPr marL="698500" lvl="1" indent="-228600">
              <a:lnSpc>
                <a:spcPct val="100000"/>
              </a:lnSpc>
              <a:spcBef>
                <a:spcPts val="1315"/>
              </a:spcBef>
              <a:buFont typeface="Arial MT"/>
              <a:buChar char="•"/>
              <a:tabLst>
                <a:tab pos="698500" algn="l"/>
              </a:tabLst>
            </a:pPr>
            <a:r>
              <a:rPr lang="ko-KR" altLang="en-US" sz="1400" dirty="0">
                <a:latin typeface="Malgun Gothic"/>
                <a:cs typeface="Malgun Gothic"/>
              </a:rPr>
              <a:t>주차장</a:t>
            </a:r>
            <a:endParaRPr lang="en-US" altLang="ko-KR" sz="1400" dirty="0">
              <a:latin typeface="Malgun Gothic"/>
              <a:cs typeface="Malgun Gothic"/>
            </a:endParaRPr>
          </a:p>
          <a:p>
            <a:pPr marL="469900" lvl="1">
              <a:lnSpc>
                <a:spcPct val="100000"/>
              </a:lnSpc>
              <a:spcBef>
                <a:spcPts val="1315"/>
              </a:spcBef>
              <a:tabLst>
                <a:tab pos="698500" algn="l"/>
              </a:tabLst>
            </a:pPr>
            <a:r>
              <a:rPr lang="en-US" altLang="ko-KR" sz="1400" dirty="0">
                <a:latin typeface="Malgun Gothic"/>
                <a:cs typeface="Malgun Gothic"/>
              </a:rPr>
              <a:t>	- </a:t>
            </a:r>
            <a:r>
              <a:rPr lang="ko-KR" altLang="en-US" sz="1400" dirty="0">
                <a:latin typeface="Malgun Gothic"/>
                <a:cs typeface="Malgun Gothic"/>
              </a:rPr>
              <a:t>주차 노드</a:t>
            </a:r>
            <a:endParaRPr lang="en-US" altLang="ko-KR" sz="1400" dirty="0">
              <a:latin typeface="Malgun Gothic"/>
              <a:cs typeface="Malgun Gothic"/>
            </a:endParaRPr>
          </a:p>
          <a:p>
            <a:pPr marL="469900" lvl="1">
              <a:lnSpc>
                <a:spcPct val="100000"/>
              </a:lnSpc>
              <a:spcBef>
                <a:spcPts val="1315"/>
              </a:spcBef>
              <a:tabLst>
                <a:tab pos="698500" algn="l"/>
              </a:tabLst>
            </a:pPr>
            <a:r>
              <a:rPr lang="en-US" altLang="ko-KR" sz="1400" dirty="0">
                <a:latin typeface="Malgun Gothic"/>
                <a:cs typeface="Malgun Gothic"/>
              </a:rPr>
              <a:t>	- </a:t>
            </a:r>
            <a:r>
              <a:rPr lang="ko-KR" altLang="en-US" sz="1400" dirty="0" err="1">
                <a:latin typeface="Malgun Gothic"/>
                <a:cs typeface="Malgun Gothic"/>
              </a:rPr>
              <a:t>주차칸</a:t>
            </a:r>
            <a:r>
              <a:rPr lang="ko-KR" altLang="en-US" sz="1400" dirty="0">
                <a:latin typeface="Malgun Gothic"/>
                <a:cs typeface="Malgun Gothic"/>
              </a:rPr>
              <a:t> 노드</a:t>
            </a:r>
            <a:r>
              <a:rPr lang="en-US" altLang="ko-KR" sz="1400" dirty="0">
                <a:latin typeface="Malgun Gothic"/>
                <a:cs typeface="Malgun Gothic"/>
              </a:rPr>
              <a:t> </a:t>
            </a:r>
          </a:p>
          <a:p>
            <a:pPr marL="469900" lvl="1">
              <a:lnSpc>
                <a:spcPct val="100000"/>
              </a:lnSpc>
              <a:spcBef>
                <a:spcPts val="1315"/>
              </a:spcBef>
              <a:tabLst>
                <a:tab pos="698500" algn="l"/>
              </a:tabLst>
            </a:pPr>
            <a:r>
              <a:rPr lang="en-US" altLang="ko-KR" sz="1400" dirty="0">
                <a:latin typeface="Malgun Gothic"/>
                <a:cs typeface="Malgun Gothic"/>
              </a:rPr>
              <a:t>	- </a:t>
            </a:r>
            <a:r>
              <a:rPr lang="ko-KR" altLang="en-US" sz="1400" dirty="0">
                <a:latin typeface="Malgun Gothic"/>
                <a:cs typeface="Malgun Gothic"/>
              </a:rPr>
              <a:t>주차장 </a:t>
            </a:r>
            <a:r>
              <a:rPr lang="ko-KR" altLang="en-US" sz="1400" dirty="0" err="1">
                <a:latin typeface="Malgun Gothic"/>
                <a:cs typeface="Malgun Gothic"/>
              </a:rPr>
              <a:t>스플라인</a:t>
            </a:r>
            <a:endParaRPr lang="en-US" altLang="ko-KR" sz="1400" dirty="0">
              <a:latin typeface="Malgun Gothic"/>
              <a:cs typeface="Malgun Gothic"/>
            </a:endParaRPr>
          </a:p>
          <a:p>
            <a:pPr marL="698500" indent="-228600">
              <a:spcBef>
                <a:spcPts val="1315"/>
              </a:spcBef>
              <a:buFont typeface="Arial MT"/>
              <a:buChar char="•"/>
              <a:tabLst>
                <a:tab pos="698500" algn="l"/>
              </a:tabLst>
            </a:pPr>
            <a:endParaRPr lang="en-US" altLang="ko-KR" sz="1400" dirty="0">
              <a:latin typeface="Malgun Gothic"/>
              <a:cs typeface="Malgun Gothic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F1C66AFD-E123-1EA0-16A7-4E57587C4F24}"/>
              </a:ext>
            </a:extLst>
          </p:cNvPr>
          <p:cNvSpPr/>
          <p:nvPr/>
        </p:nvSpPr>
        <p:spPr>
          <a:xfrm>
            <a:off x="838200" y="1311910"/>
            <a:ext cx="10515600" cy="0"/>
          </a:xfrm>
          <a:custGeom>
            <a:avLst/>
            <a:gdLst/>
            <a:ahLst/>
            <a:cxnLst/>
            <a:rect l="l" t="t" r="r" b="b"/>
            <a:pathLst>
              <a:path w="10515600">
                <a:moveTo>
                  <a:pt x="0" y="0"/>
                </a:moveTo>
                <a:lnTo>
                  <a:pt x="10515600" y="0"/>
                </a:lnTo>
              </a:path>
            </a:pathLst>
          </a:custGeom>
          <a:ln w="28575">
            <a:solidFill>
              <a:srgbClr val="CF3C1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886532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C6C868-2871-1E94-8BBB-92A6EAAE6F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AE82A886-2E53-10EE-9CFA-4A27DE3BA8A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ko-KR" altLang="en-US" spc="-25" dirty="0"/>
              <a:t>작업내용</a:t>
            </a:r>
            <a:r>
              <a:rPr lang="en-US" spc="-25" dirty="0"/>
              <a:t> – BT -&gt; FSM </a:t>
            </a:r>
            <a:r>
              <a:rPr lang="ko-KR" altLang="en-US" spc="-25" dirty="0"/>
              <a:t>변환</a:t>
            </a:r>
            <a:endParaRPr spc="-25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1FF7633B-376F-300D-23D1-89DCD2476618}"/>
              </a:ext>
            </a:extLst>
          </p:cNvPr>
          <p:cNvSpPr txBox="1"/>
          <p:nvPr/>
        </p:nvSpPr>
        <p:spPr>
          <a:xfrm>
            <a:off x="916939" y="1671573"/>
            <a:ext cx="8227061" cy="273344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970"/>
              </a:spcBef>
              <a:buFont typeface="Arial MT"/>
              <a:buChar char="•"/>
              <a:tabLst>
                <a:tab pos="240665" algn="l"/>
              </a:tabLst>
            </a:pPr>
            <a:r>
              <a:rPr lang="ko-KR" altLang="en-US" sz="1600" dirty="0">
                <a:latin typeface="Malgun Gothic"/>
                <a:cs typeface="Malgun Gothic"/>
              </a:rPr>
              <a:t>기존 </a:t>
            </a:r>
            <a:r>
              <a:rPr lang="en-US" altLang="ko-KR" sz="1600" dirty="0">
                <a:latin typeface="Malgun Gothic"/>
                <a:cs typeface="Malgun Gothic"/>
              </a:rPr>
              <a:t>BT</a:t>
            </a:r>
            <a:r>
              <a:rPr lang="ko-KR" altLang="en-US" sz="1600" dirty="0">
                <a:latin typeface="Malgun Gothic"/>
                <a:cs typeface="Malgun Gothic"/>
              </a:rPr>
              <a:t>의 문제점</a:t>
            </a:r>
          </a:p>
          <a:p>
            <a:pPr marL="698500" lvl="1" indent="-228600">
              <a:lnSpc>
                <a:spcPct val="100000"/>
              </a:lnSpc>
              <a:spcBef>
                <a:spcPts val="1315"/>
              </a:spcBef>
              <a:buFont typeface="Arial MT"/>
              <a:buChar char="•"/>
              <a:tabLst>
                <a:tab pos="698500" algn="l"/>
              </a:tabLst>
            </a:pPr>
            <a:r>
              <a:rPr lang="ko-KR" altLang="ko-KR" sz="1400" dirty="0"/>
              <a:t>상태 전환 시 플래그 정리가 누락되기 쉬움 → 재현 어려운 버그 반복 </a:t>
            </a:r>
            <a:endParaRPr lang="en-US" altLang="ko-KR" sz="1400" dirty="0"/>
          </a:p>
          <a:p>
            <a:pPr marL="698500" lvl="1" indent="-228600">
              <a:lnSpc>
                <a:spcPct val="100000"/>
              </a:lnSpc>
              <a:spcBef>
                <a:spcPts val="1315"/>
              </a:spcBef>
              <a:buFont typeface="Arial MT"/>
              <a:buChar char="•"/>
              <a:tabLst>
                <a:tab pos="698500" algn="l"/>
              </a:tabLst>
            </a:pPr>
            <a:r>
              <a:rPr lang="ko-KR" altLang="ko-KR" sz="1400" dirty="0"/>
              <a:t>지금 차가 정확히 무슨 상태인지 코드로 파악하기 어려움 (상태가 블랙보드/리프 노드에 분산)</a:t>
            </a:r>
            <a:endParaRPr lang="en-US" altLang="ko-KR" sz="1400" dirty="0"/>
          </a:p>
          <a:p>
            <a:pPr marL="240665" indent="-227965">
              <a:lnSpc>
                <a:spcPct val="100000"/>
              </a:lnSpc>
              <a:spcBef>
                <a:spcPts val="1970"/>
              </a:spcBef>
              <a:buFont typeface="Arial MT"/>
              <a:buChar char="•"/>
              <a:tabLst>
                <a:tab pos="240665" algn="l"/>
              </a:tabLst>
            </a:pPr>
            <a:r>
              <a:rPr lang="en-US" altLang="ko-KR" sz="1600" dirty="0">
                <a:latin typeface="Malgun Gothic"/>
                <a:cs typeface="Malgun Gothic"/>
              </a:rPr>
              <a:t>FSM</a:t>
            </a:r>
            <a:endParaRPr lang="ko-KR" altLang="en-US" sz="1600" dirty="0">
              <a:latin typeface="Malgun Gothic"/>
              <a:cs typeface="Malgun Gothic"/>
            </a:endParaRPr>
          </a:p>
          <a:p>
            <a:pPr marL="698500" lvl="1" indent="-228600">
              <a:lnSpc>
                <a:spcPct val="100000"/>
              </a:lnSpc>
              <a:spcBef>
                <a:spcPts val="1315"/>
              </a:spcBef>
              <a:buFont typeface="Arial MT"/>
              <a:buChar char="•"/>
              <a:tabLst>
                <a:tab pos="698500" algn="l"/>
              </a:tabLst>
            </a:pPr>
            <a:r>
              <a:rPr lang="ko-KR" altLang="en-US" sz="1400" dirty="0"/>
              <a:t>상태 </a:t>
            </a:r>
            <a:r>
              <a:rPr lang="ko-KR" altLang="ko-KR" sz="1400" dirty="0"/>
              <a:t>전환 판단이 한 곳에 집중, 진입/이탈 시점이 명확→ 상태 파악 및 정리가 용이</a:t>
            </a:r>
            <a:endParaRPr lang="en-US" altLang="ko-KR" sz="1400" dirty="0"/>
          </a:p>
          <a:p>
            <a:pPr marL="698500" lvl="1" indent="-228600">
              <a:lnSpc>
                <a:spcPct val="100000"/>
              </a:lnSpc>
              <a:spcBef>
                <a:spcPts val="1315"/>
              </a:spcBef>
              <a:buFont typeface="Arial MT"/>
              <a:buChar char="•"/>
              <a:tabLst>
                <a:tab pos="698500" algn="l"/>
              </a:tabLst>
            </a:pPr>
            <a:r>
              <a:rPr lang="ko-KR" altLang="en-US" sz="1400" dirty="0"/>
              <a:t>자동차 상태</a:t>
            </a:r>
            <a:r>
              <a:rPr lang="ko-KR" altLang="ko-KR" sz="1400" dirty="0"/>
              <a:t>는 상호 배타적 → </a:t>
            </a:r>
            <a:r>
              <a:rPr lang="ko-KR" altLang="ko-KR" sz="1400" dirty="0" err="1"/>
              <a:t>FSM과</a:t>
            </a:r>
            <a:r>
              <a:rPr lang="ko-KR" altLang="ko-KR" sz="1400" dirty="0"/>
              <a:t> 잘 맞음</a:t>
            </a:r>
            <a:endParaRPr lang="en-US" altLang="ko-KR" sz="1400" dirty="0">
              <a:latin typeface="Malgun Gothic"/>
              <a:cs typeface="Malgun Gothic"/>
            </a:endParaRPr>
          </a:p>
          <a:p>
            <a:pPr marL="698500" lvl="1" indent="-228600">
              <a:lnSpc>
                <a:spcPct val="100000"/>
              </a:lnSpc>
              <a:spcBef>
                <a:spcPts val="1315"/>
              </a:spcBef>
              <a:buFont typeface="Arial MT"/>
              <a:buChar char="•"/>
              <a:tabLst>
                <a:tab pos="698500" algn="l"/>
              </a:tabLst>
            </a:pPr>
            <a:endParaRPr lang="en-US" altLang="ko-KR" sz="1400" dirty="0">
              <a:latin typeface="Malgun Gothic"/>
              <a:cs typeface="Malgun Gothic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E3309F23-2E1C-B2E0-8E76-EC554BA487F8}"/>
              </a:ext>
            </a:extLst>
          </p:cNvPr>
          <p:cNvSpPr/>
          <p:nvPr/>
        </p:nvSpPr>
        <p:spPr>
          <a:xfrm>
            <a:off x="838200" y="1311910"/>
            <a:ext cx="10515600" cy="0"/>
          </a:xfrm>
          <a:custGeom>
            <a:avLst/>
            <a:gdLst/>
            <a:ahLst/>
            <a:cxnLst/>
            <a:rect l="l" t="t" r="r" b="b"/>
            <a:pathLst>
              <a:path w="10515600">
                <a:moveTo>
                  <a:pt x="0" y="0"/>
                </a:moveTo>
                <a:lnTo>
                  <a:pt x="10515600" y="0"/>
                </a:lnTo>
              </a:path>
            </a:pathLst>
          </a:custGeom>
          <a:ln w="28575">
            <a:solidFill>
              <a:srgbClr val="CF3C1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7E90FAF-5746-3EE6-34EA-E02FD5343A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4200" y="4001475"/>
            <a:ext cx="4572000" cy="2539184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8267CFC3-9BC9-5BDA-30FA-3A43094ABD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5400" y="4405014"/>
            <a:ext cx="3493336" cy="2096001"/>
          </a:xfrm>
          <a:prstGeom prst="rect">
            <a:avLst/>
          </a:prstGeom>
        </p:spPr>
      </p:pic>
      <p:sp>
        <p:nvSpPr>
          <p:cNvPr id="10" name="화살표: 오른쪽 9">
            <a:extLst>
              <a:ext uri="{FF2B5EF4-FFF2-40B4-BE49-F238E27FC236}">
                <a16:creationId xmlns:a16="http://schemas.microsoft.com/office/drawing/2014/main" id="{3726F5D2-F3B1-CD79-E425-D38A8D838228}"/>
              </a:ext>
            </a:extLst>
          </p:cNvPr>
          <p:cNvSpPr/>
          <p:nvPr/>
        </p:nvSpPr>
        <p:spPr>
          <a:xfrm>
            <a:off x="5562600" y="5186427"/>
            <a:ext cx="685800" cy="443933"/>
          </a:xfrm>
          <a:prstGeom prst="rightArrow">
            <a:avLst/>
          </a:prstGeom>
          <a:solidFill>
            <a:srgbClr val="CF3C1C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19635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D3DC67-47DC-899D-2DE3-23F5443E1C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25692EBE-D0EF-F918-3535-2FC0BC341C1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ko-KR" altLang="en-US" spc="-25" dirty="0"/>
              <a:t>작업내용</a:t>
            </a:r>
            <a:r>
              <a:rPr lang="en-US" spc="-25" dirty="0"/>
              <a:t> – BT -&gt; FSM </a:t>
            </a:r>
            <a:r>
              <a:rPr lang="ko-KR" altLang="en-US" spc="-25" dirty="0"/>
              <a:t>변환</a:t>
            </a:r>
            <a:endParaRPr spc="-25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19EFB0A3-ED1F-25FD-060F-127756600FD7}"/>
              </a:ext>
            </a:extLst>
          </p:cNvPr>
          <p:cNvSpPr txBox="1"/>
          <p:nvPr/>
        </p:nvSpPr>
        <p:spPr>
          <a:xfrm>
            <a:off x="916939" y="1671573"/>
            <a:ext cx="9903461" cy="228972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970"/>
              </a:spcBef>
              <a:buFont typeface="Arial MT"/>
              <a:buChar char="•"/>
              <a:tabLst>
                <a:tab pos="240665" algn="l"/>
              </a:tabLst>
            </a:pPr>
            <a:r>
              <a:rPr lang="ko-KR" altLang="en-US" sz="1600" dirty="0">
                <a:latin typeface="Malgun Gothic"/>
                <a:cs typeface="Malgun Gothic"/>
              </a:rPr>
              <a:t>기존 </a:t>
            </a:r>
            <a:r>
              <a:rPr lang="en-US" altLang="ko-KR" sz="1600" dirty="0">
                <a:latin typeface="Malgun Gothic"/>
                <a:cs typeface="Malgun Gothic"/>
              </a:rPr>
              <a:t>BT</a:t>
            </a:r>
            <a:r>
              <a:rPr lang="ko-KR" altLang="en-US" sz="1600" dirty="0">
                <a:latin typeface="Malgun Gothic"/>
                <a:cs typeface="Malgun Gothic"/>
              </a:rPr>
              <a:t>의 문제점</a:t>
            </a:r>
          </a:p>
          <a:p>
            <a:pPr marL="698500" lvl="1" indent="-228600">
              <a:lnSpc>
                <a:spcPct val="100000"/>
              </a:lnSpc>
              <a:spcBef>
                <a:spcPts val="1315"/>
              </a:spcBef>
              <a:buFont typeface="Arial MT"/>
              <a:buChar char="•"/>
              <a:tabLst>
                <a:tab pos="698500" algn="l"/>
              </a:tabLst>
            </a:pPr>
            <a:r>
              <a:rPr lang="ko-KR" altLang="en-US" sz="1400" dirty="0">
                <a:latin typeface="Malgun Gothic"/>
                <a:cs typeface="Malgun Gothic"/>
              </a:rPr>
              <a:t>딱히 재사용 이득 없음</a:t>
            </a:r>
            <a:endParaRPr lang="en-US" altLang="ko-KR" sz="1400" dirty="0">
              <a:latin typeface="Malgun Gothic"/>
              <a:cs typeface="Malgun Gothic"/>
            </a:endParaRPr>
          </a:p>
          <a:p>
            <a:pPr marL="698500" lvl="1" indent="-228600">
              <a:lnSpc>
                <a:spcPct val="100000"/>
              </a:lnSpc>
              <a:spcBef>
                <a:spcPts val="1315"/>
              </a:spcBef>
              <a:buFont typeface="Arial MT"/>
              <a:buChar char="•"/>
              <a:tabLst>
                <a:tab pos="698500" algn="l"/>
              </a:tabLst>
            </a:pPr>
            <a:r>
              <a:rPr lang="ko-KR" altLang="en-US" sz="1400" dirty="0">
                <a:latin typeface="Malgun Gothic"/>
                <a:cs typeface="Malgun Gothic"/>
              </a:rPr>
              <a:t>상태 변환 디버깅이 </a:t>
            </a:r>
            <a:r>
              <a:rPr lang="ko-KR" altLang="en-US" sz="1400" dirty="0" err="1">
                <a:latin typeface="Malgun Gothic"/>
                <a:cs typeface="Malgun Gothic"/>
              </a:rPr>
              <a:t>힘듬</a:t>
            </a:r>
            <a:endParaRPr lang="ko-KR" altLang="en-US" sz="1400" dirty="0">
              <a:latin typeface="Malgun Gothic"/>
              <a:cs typeface="Malgun Gothic"/>
            </a:endParaRPr>
          </a:p>
          <a:p>
            <a:pPr marL="240665" indent="-227965">
              <a:lnSpc>
                <a:spcPct val="100000"/>
              </a:lnSpc>
              <a:spcBef>
                <a:spcPts val="1970"/>
              </a:spcBef>
              <a:buFont typeface="Arial MT"/>
              <a:buChar char="•"/>
              <a:tabLst>
                <a:tab pos="240665" algn="l"/>
              </a:tabLst>
            </a:pPr>
            <a:r>
              <a:rPr lang="en-US" altLang="ko-KR" sz="1600" dirty="0">
                <a:latin typeface="Malgun Gothic"/>
                <a:cs typeface="Malgun Gothic"/>
              </a:rPr>
              <a:t>FSM </a:t>
            </a:r>
            <a:r>
              <a:rPr lang="ko-KR" altLang="en-US" sz="1600" dirty="0">
                <a:latin typeface="Malgun Gothic"/>
                <a:cs typeface="Malgun Gothic"/>
              </a:rPr>
              <a:t>구성</a:t>
            </a:r>
          </a:p>
          <a:p>
            <a:pPr marL="698500" lvl="1" indent="-228600">
              <a:lnSpc>
                <a:spcPct val="100000"/>
              </a:lnSpc>
              <a:spcBef>
                <a:spcPts val="1315"/>
              </a:spcBef>
              <a:buFont typeface="Arial MT"/>
              <a:buChar char="•"/>
              <a:tabLst>
                <a:tab pos="698500" algn="l"/>
              </a:tabLst>
            </a:pPr>
            <a:r>
              <a:rPr lang="ko-KR" altLang="en-US" sz="1400" dirty="0">
                <a:latin typeface="Malgun Gothic"/>
                <a:cs typeface="Malgun Gothic"/>
              </a:rPr>
              <a:t>차랑 </a:t>
            </a:r>
            <a:r>
              <a:rPr lang="ko-KR" altLang="en-US" sz="1400" dirty="0" err="1">
                <a:latin typeface="Malgun Gothic"/>
                <a:cs typeface="Malgun Gothic"/>
              </a:rPr>
              <a:t>잘어울림</a:t>
            </a:r>
            <a:endParaRPr lang="en-US" altLang="ko-KR" sz="1400" dirty="0">
              <a:latin typeface="Malgun Gothic"/>
              <a:cs typeface="Malgun Gothic"/>
            </a:endParaRPr>
          </a:p>
          <a:p>
            <a:pPr marL="698500" lvl="1" indent="-228600">
              <a:lnSpc>
                <a:spcPct val="100000"/>
              </a:lnSpc>
              <a:spcBef>
                <a:spcPts val="1315"/>
              </a:spcBef>
              <a:buFont typeface="Arial MT"/>
              <a:buChar char="•"/>
              <a:tabLst>
                <a:tab pos="698500" algn="l"/>
              </a:tabLst>
            </a:pPr>
            <a:r>
              <a:rPr lang="ko-KR" altLang="en-US" sz="1400" dirty="0">
                <a:latin typeface="Malgun Gothic"/>
                <a:cs typeface="Malgun Gothic"/>
              </a:rPr>
              <a:t>디버깅 편함</a:t>
            </a:r>
            <a:endParaRPr lang="en-US" altLang="ko-KR" sz="1400" dirty="0">
              <a:latin typeface="Malgun Gothic"/>
              <a:cs typeface="Malgun Gothic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CAABD323-58CF-0FBF-921E-C5A52933BAB6}"/>
              </a:ext>
            </a:extLst>
          </p:cNvPr>
          <p:cNvSpPr/>
          <p:nvPr/>
        </p:nvSpPr>
        <p:spPr>
          <a:xfrm>
            <a:off x="838200" y="1311910"/>
            <a:ext cx="10515600" cy="0"/>
          </a:xfrm>
          <a:custGeom>
            <a:avLst/>
            <a:gdLst/>
            <a:ahLst/>
            <a:cxnLst/>
            <a:rect l="l" t="t" r="r" b="b"/>
            <a:pathLst>
              <a:path w="10515600">
                <a:moveTo>
                  <a:pt x="0" y="0"/>
                </a:moveTo>
                <a:lnTo>
                  <a:pt x="10515600" y="0"/>
                </a:lnTo>
              </a:path>
            </a:pathLst>
          </a:custGeom>
          <a:ln w="28575">
            <a:solidFill>
              <a:srgbClr val="CF3C1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324335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299</TotalTime>
  <Words>177</Words>
  <Application>Microsoft Office PowerPoint</Application>
  <PresentationFormat>와이드스크린</PresentationFormat>
  <Paragraphs>40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0" baseType="lpstr">
      <vt:lpstr>Arial MT</vt:lpstr>
      <vt:lpstr>맑은 고딕</vt:lpstr>
      <vt:lpstr>맑은 고딕</vt:lpstr>
      <vt:lpstr>Calibri</vt:lpstr>
      <vt:lpstr>Office Theme</vt:lpstr>
      <vt:lpstr>3주차 개발 진행 보고</vt:lpstr>
      <vt:lpstr>작업내용 – 도로 에디터 제작</vt:lpstr>
      <vt:lpstr>작업내용 – 주차(출차) 구현</vt:lpstr>
      <vt:lpstr>작업내용 – BT -&gt; FSM 변환</vt:lpstr>
      <vt:lpstr>작업내용 – BT -&gt; FSM 변환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박인영</dc:creator>
  <cp:lastModifiedBy>dada</cp:lastModifiedBy>
  <cp:revision>10</cp:revision>
  <dcterms:created xsi:type="dcterms:W3CDTF">2026-07-10T04:44:00Z</dcterms:created>
  <dcterms:modified xsi:type="dcterms:W3CDTF">2026-07-15T16:29:14Z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2026-07-03T00:00:00Z</vt:filetime>
  </property>
  <property fmtid="{D5CDD505-2E9C-101B-9397-08002B2CF9AE}" pid="4" name="Creator">
    <vt:lpwstr>Microsoft® PowerPoint® Microsoft 365용</vt:lpwstr>
  </property>
  <property fmtid="{D5CDD505-2E9C-101B-9397-08002B2CF9AE}" pid="5" name="LastSaved">
    <vt:filetime>2026-07-10T00:00:00Z</vt:filetime>
  </property>
  <property fmtid="{D5CDD505-2E9C-101B-9397-08002B2CF9AE}" pid="6" name="Producer">
    <vt:lpwstr>Microsoft® PowerPoint® Microsoft 365용</vt:lpwstr>
  </property>
</Properties>
</file>