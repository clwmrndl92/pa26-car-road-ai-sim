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9" r:id="rId3"/>
    <p:sldId id="280" r:id="rId4"/>
    <p:sldId id="267" r:id="rId5"/>
    <p:sldId id="282" r:id="rId6"/>
    <p:sldId id="283" r:id="rId7"/>
    <p:sldId id="284" r:id="rId8"/>
    <p:sldId id="281" r:id="rId9"/>
    <p:sldId id="258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4CC"/>
    <a:srgbClr val="A6A6A6"/>
    <a:srgbClr val="CF3C1C"/>
    <a:srgbClr val="E9EDF4"/>
    <a:srgbClr val="0070C0"/>
    <a:srgbClr val="942C14"/>
    <a:srgbClr val="7D2611"/>
    <a:srgbClr val="969696"/>
    <a:srgbClr val="B9B9B9"/>
    <a:srgbClr val="25A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85185" autoAdjust="0"/>
  </p:normalViewPr>
  <p:slideViewPr>
    <p:cSldViewPr>
      <p:cViewPr varScale="1">
        <p:scale>
          <a:sx n="108" d="100"/>
          <a:sy n="108" d="100"/>
        </p:scale>
        <p:origin x="426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12881-8C8D-44A6-AE66-9F7D64B0003F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40BF9F-FA8F-4CB1-839A-D4536A9CAC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82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74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9E03-83B8-3324-D7CB-210E94B1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97C7EA-76DE-0BF2-9DC1-E046199DC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B17FAF-F0A3-0F6F-2882-C65926ACE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357A5-8EFB-3567-8553-2C448DAC7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28855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084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8EB2B-7429-740D-4CAC-AB75FB9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29E88-5176-E796-CF9F-D9EACDE87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9E23FD-7400-4A13-C042-DB572F15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36FDEE-E700-59D1-0D3A-1B7E3B8F1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420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31DC-AF08-254F-DC07-BFC707BF0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31FAA7-08A5-341A-E7D5-67E015607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D74390-62D0-F2BF-3F76-AD62369ED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DCA1C8-6F0D-B46F-81E0-E35E4198A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5007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FBECE-625C-0163-6E50-583930C9C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4A7355-FB64-931A-1385-63939886C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C41141-D2E9-67F3-2CD2-35C4DECE6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295F6E-617E-83FF-5510-C409ED1DD5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00421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ED78-C12D-0459-9A60-DA111477D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DBD683-5B5F-FF3B-469F-81ADEBEEA2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98C26E-C247-FC97-470E-6D142A52A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DAAACC-0110-DAAF-CE18-8E83C3E1C2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002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463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2932" y="2572334"/>
            <a:ext cx="6614795" cy="848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939" y="684403"/>
            <a:ext cx="61042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990725" y="2085975"/>
            <a:ext cx="8210550" cy="3333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2932" y="3695827"/>
            <a:ext cx="2962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자동차</a:t>
            </a:r>
            <a:r>
              <a:rPr sz="2400" spc="5" dirty="0">
                <a:solidFill>
                  <a:srgbClr val="CF3C1C"/>
                </a:solidFill>
                <a:latin typeface="Malgun Gothic"/>
                <a:cs typeface="Malgun Gothic"/>
              </a:rPr>
              <a:t> </a:t>
            </a: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AI </a:t>
            </a:r>
            <a:r>
              <a:rPr sz="2400" spc="-10" dirty="0">
                <a:solidFill>
                  <a:srgbClr val="CF3C1C"/>
                </a:solidFill>
                <a:latin typeface="Malgun Gothic"/>
                <a:cs typeface="Malgun Gothic"/>
              </a:rPr>
              <a:t>시뮬레이션</a:t>
            </a:r>
            <a:endParaRPr sz="2400">
              <a:latin typeface="Malgun Gothic"/>
              <a:cs typeface="Malgun 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5400" dirty="0">
                <a:solidFill>
                  <a:srgbClr val="393939"/>
                </a:solidFill>
              </a:rPr>
              <a:t>6</a:t>
            </a:r>
            <a:r>
              <a:rPr sz="5400" dirty="0">
                <a:solidFill>
                  <a:srgbClr val="393939"/>
                </a:solidFill>
              </a:rPr>
              <a:t>주차</a:t>
            </a:r>
            <a:r>
              <a:rPr sz="5400" spc="-10" dirty="0">
                <a:solidFill>
                  <a:srgbClr val="393939"/>
                </a:solidFill>
              </a:rPr>
              <a:t> </a:t>
            </a:r>
            <a:r>
              <a:rPr sz="5400" dirty="0">
                <a:solidFill>
                  <a:srgbClr val="393939"/>
                </a:solidFill>
              </a:rPr>
              <a:t>개발 진행</a:t>
            </a:r>
            <a:r>
              <a:rPr sz="5400" spc="-5" dirty="0">
                <a:solidFill>
                  <a:srgbClr val="393939"/>
                </a:solidFill>
              </a:rPr>
              <a:t> </a:t>
            </a:r>
            <a:r>
              <a:rPr sz="5400" spc="-25" dirty="0">
                <a:solidFill>
                  <a:srgbClr val="393939"/>
                </a:solidFill>
              </a:rPr>
              <a:t>보고</a:t>
            </a:r>
            <a:endParaRPr sz="5400" dirty="0"/>
          </a:p>
        </p:txBody>
      </p:sp>
      <p:sp>
        <p:nvSpPr>
          <p:cNvPr id="4" name="object 4"/>
          <p:cNvSpPr txBox="1"/>
          <p:nvPr/>
        </p:nvSpPr>
        <p:spPr>
          <a:xfrm>
            <a:off x="9659239" y="6299403"/>
            <a:ext cx="205740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Malgun Gothic"/>
                <a:cs typeface="Malgun Gothic"/>
              </a:rPr>
              <a:t>2026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펄어비스</a:t>
            </a:r>
            <a:r>
              <a:rPr sz="1050" spc="-2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여름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인턴 | </a:t>
            </a:r>
            <a:r>
              <a:rPr sz="1050" spc="-25" dirty="0">
                <a:latin typeface="Malgun Gothic"/>
                <a:cs typeface="Malgun Gothic"/>
              </a:rPr>
              <a:t>박인영</a:t>
            </a:r>
            <a:endParaRPr sz="105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78A6384-9146-4939-394F-B34ADED8A35A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30515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목표 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b="1" dirty="0">
                <a:latin typeface="+mn-ea"/>
              </a:rPr>
              <a:t>자연스러운 도시 주행 </a:t>
            </a:r>
            <a:r>
              <a:rPr lang="en-US" altLang="ko-KR" sz="1600" b="1" dirty="0">
                <a:latin typeface="+mn-ea"/>
              </a:rPr>
              <a:t>+ </a:t>
            </a:r>
            <a:r>
              <a:rPr lang="ko-KR" altLang="en-US" sz="1600" b="1" dirty="0">
                <a:latin typeface="+mn-ea"/>
              </a:rPr>
              <a:t>유저 차와 상호작용</a:t>
            </a:r>
            <a:endParaRPr lang="en-US" altLang="ko-KR" sz="1600" b="1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이번주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여러 버그 수정 및 튜닝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주차 재적용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사용자 조작과 상호작용</a:t>
            </a:r>
            <a:endParaRPr lang="en-US" altLang="ko-KR" sz="1400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추가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차종 추가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6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/>
              <a:t>진행</a:t>
            </a:r>
            <a:r>
              <a:rPr spc="-50" dirty="0"/>
              <a:t> </a:t>
            </a:r>
            <a:r>
              <a:rPr spc="-25" dirty="0"/>
              <a:t>현황</a:t>
            </a:r>
          </a:p>
        </p:txBody>
      </p:sp>
      <p:sp>
        <p:nvSpPr>
          <p:cNvPr id="4" name="object 4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7376-BB65-3A9B-0C7C-C1858D82A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99773436-FEEE-D3F3-3DB3-19CBE6D8C5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결과 영상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C4EE4B8-DEA3-9649-E686-573E3C5A4D6C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A1E80C-DD82-12E2-99A0-ACC8A83BF61F}"/>
              </a:ext>
            </a:extLst>
          </p:cNvPr>
          <p:cNvSpPr/>
          <p:nvPr/>
        </p:nvSpPr>
        <p:spPr>
          <a:xfrm>
            <a:off x="1600200" y="1905000"/>
            <a:ext cx="9296400" cy="419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818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3042C-DA12-125F-69ED-DA6BB20CA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FF55A566-7971-6A1F-76B0-E42C687A59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자율 주행 </a:t>
            </a:r>
            <a:r>
              <a:rPr lang="en-US" altLang="ko-KR" spc="-25" dirty="0"/>
              <a:t>NPC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1C66AFD-E123-1EA0-16A7-4E57587C4F2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E32851F-5CA3-4F15-215B-873F94B2F368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23436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주행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A* </a:t>
            </a:r>
            <a:r>
              <a:rPr lang="ko-KR" altLang="en-US" sz="1400" dirty="0"/>
              <a:t>로 찾은 경로 따라 목적지까지 주행 </a:t>
            </a:r>
            <a:r>
              <a:rPr lang="en-US" altLang="ko-KR" sz="1400" dirty="0"/>
              <a:t>(</a:t>
            </a:r>
            <a:r>
              <a:rPr lang="ko-KR" altLang="en-US" sz="1400" dirty="0"/>
              <a:t>주차 </a:t>
            </a:r>
            <a:r>
              <a:rPr lang="en-US" altLang="ko-KR" sz="1400" dirty="0"/>
              <a:t>O) 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 err="1"/>
              <a:t>랜덤한</a:t>
            </a:r>
            <a:r>
              <a:rPr lang="ko-KR" altLang="en-US" sz="1400" dirty="0"/>
              <a:t> 도로로 배회 </a:t>
            </a:r>
            <a:r>
              <a:rPr lang="en-US" altLang="ko-KR" sz="1400" dirty="0"/>
              <a:t>(</a:t>
            </a:r>
            <a:r>
              <a:rPr lang="ko-KR" altLang="en-US" sz="1400" dirty="0"/>
              <a:t>주차 </a:t>
            </a:r>
            <a:r>
              <a:rPr lang="en-US" altLang="ko-KR" sz="1400" dirty="0"/>
              <a:t>X) 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도로 중앙선 </a:t>
            </a:r>
            <a:r>
              <a:rPr lang="en-US" altLang="ko-KR" sz="1400" dirty="0"/>
              <a:t>+ offset </a:t>
            </a:r>
            <a:r>
              <a:rPr lang="ko-KR" altLang="en-US" sz="1400" dirty="0"/>
              <a:t>라인을 따라 차선 추종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IDM</a:t>
            </a:r>
            <a:r>
              <a:rPr lang="ko-KR" altLang="en-US" sz="1400" dirty="0"/>
              <a:t>을 사용한 속도 조절 </a:t>
            </a:r>
            <a:r>
              <a:rPr lang="en-US" altLang="ko-KR" sz="1400" dirty="0"/>
              <a:t>(</a:t>
            </a:r>
            <a:r>
              <a:rPr lang="ko-KR" altLang="en-US" sz="1400" dirty="0"/>
              <a:t>앞차 추종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커브길</a:t>
            </a:r>
            <a:r>
              <a:rPr lang="ko-KR" altLang="en-US" sz="1400" dirty="0"/>
              <a:t> 감속</a:t>
            </a:r>
            <a:r>
              <a:rPr lang="en-US" altLang="ko-KR" sz="1400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Malgun Gothic"/>
                <a:cs typeface="Malgun Gothic"/>
              </a:rPr>
              <a:t>MOBIL</a:t>
            </a:r>
            <a:r>
              <a:rPr lang="ko-KR" altLang="en-US" sz="1400" dirty="0">
                <a:latin typeface="Malgun Gothic"/>
                <a:cs typeface="Malgun Gothic"/>
              </a:rPr>
              <a:t>판단을 통한 자연스러운 차선 변경</a:t>
            </a:r>
            <a:endParaRPr lang="en-US" altLang="ko-KR" sz="14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길찾기</a:t>
            </a:r>
            <a:r>
              <a:rPr lang="ko-KR" altLang="ko-KR" sz="1200" dirty="0"/>
              <a:t> 연계</a:t>
            </a:r>
            <a:r>
              <a:rPr lang="en-US" altLang="ko-KR" sz="1200" dirty="0"/>
              <a:t> </a:t>
            </a:r>
            <a:r>
              <a:rPr lang="ko-KR" altLang="ko-KR" sz="1200" dirty="0"/>
              <a:t>: 교차로에 접근할수록 차선 변경 가중치 상향 조정</a:t>
            </a:r>
            <a:r>
              <a:rPr lang="ko-KR" altLang="ko-KR" sz="1200" dirty="0">
                <a:latin typeface="+mn-ea"/>
              </a:rPr>
              <a:t>↑</a:t>
            </a:r>
            <a:endParaRPr lang="en-US" altLang="ko-KR" sz="12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865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805E-1AFA-C094-178E-E9602057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8626BCF0-2DB9-D486-741D-F95705276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자율 주행 </a:t>
            </a:r>
            <a:r>
              <a:rPr lang="en-US" altLang="ko-KR" spc="-25" dirty="0"/>
              <a:t>NPC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85BDD1D-C3FF-5D25-74C9-F85C4B392850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40AB12A-D756-8739-5087-5ACA7490BE7E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22974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신호 및 교차로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좌회전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직진에만 신호 적용 </a:t>
            </a:r>
            <a:r>
              <a:rPr lang="en-US" altLang="ko-KR" sz="1400" dirty="0">
                <a:latin typeface="+mn-ea"/>
              </a:rPr>
              <a:t>/ </a:t>
            </a:r>
            <a:r>
              <a:rPr lang="ko-KR" altLang="en-US" sz="1400" dirty="0">
                <a:latin typeface="+mn-ea"/>
              </a:rPr>
              <a:t>우회전은 항상 주행 가능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교차로 진입 시 교차로를 예약하여 충돌이 발생하지 않도록 함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같은 도로 차량은 함께 진입할 수 있고</a:t>
            </a:r>
            <a:r>
              <a:rPr lang="en-US" altLang="ko-KR" sz="1200" dirty="0">
                <a:latin typeface="+mn-ea"/>
              </a:rPr>
              <a:t>, </a:t>
            </a:r>
            <a:r>
              <a:rPr lang="ko-KR" altLang="en-US" sz="1200" dirty="0">
                <a:latin typeface="+mn-ea"/>
              </a:rPr>
              <a:t>다른 도로 차량은 교차로 예약 상태 확인 후 대기</a:t>
            </a:r>
            <a:endParaRPr lang="en-US" altLang="ko-KR" sz="12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양보 우선순위를 적용하여 </a:t>
            </a:r>
            <a:r>
              <a:rPr lang="ko-KR" altLang="en-US" sz="1400" dirty="0" err="1">
                <a:latin typeface="+mn-ea"/>
              </a:rPr>
              <a:t>데드락</a:t>
            </a:r>
            <a:r>
              <a:rPr lang="ko-KR" altLang="en-US" sz="1400" dirty="0">
                <a:latin typeface="+mn-ea"/>
              </a:rPr>
              <a:t> 발생을 방지하고 발생시 타임아웃과 회피 상태로 전환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직진 </a:t>
            </a:r>
            <a:r>
              <a:rPr lang="en-US" altLang="ko-KR" sz="1200" dirty="0">
                <a:latin typeface="+mn-ea"/>
              </a:rPr>
              <a:t>&gt; </a:t>
            </a:r>
            <a:r>
              <a:rPr lang="ko-KR" altLang="en-US" sz="1200" dirty="0">
                <a:latin typeface="+mn-ea"/>
              </a:rPr>
              <a:t>좌회전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안되면 </a:t>
            </a:r>
            <a:r>
              <a:rPr lang="en-US" altLang="ko-KR" sz="1200" dirty="0">
                <a:latin typeface="+mn-ea"/>
              </a:rPr>
              <a:t>ID </a:t>
            </a:r>
            <a:r>
              <a:rPr lang="ko-KR" altLang="en-US" sz="1200" dirty="0">
                <a:latin typeface="+mn-ea"/>
              </a:rPr>
              <a:t>비교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802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12F75-5C44-A335-7664-562389F8A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4ADBFA6-3797-3502-8A9C-2EFCAC6EDD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자율 주행 </a:t>
            </a:r>
            <a:r>
              <a:rPr lang="en-US" altLang="ko-KR" spc="-25" dirty="0"/>
              <a:t>NPC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394929B-0586-6353-9359-B62D8F955EE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90CB467-0D05-BCE9-BBF7-87CABF4E8EA8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773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cs typeface="Malgun Gothic"/>
              </a:rPr>
              <a:t> </a:t>
            </a:r>
            <a:r>
              <a:rPr lang="ko-KR" altLang="en-US" sz="1600" dirty="0">
                <a:latin typeface="+mn-ea"/>
                <a:cs typeface="Malgun Gothic"/>
              </a:rPr>
              <a:t>장애물 회피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+mn-ea"/>
              </a:rPr>
              <a:t>좌회</a:t>
            </a: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81225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0FB9B-2952-3FFC-586F-20871ABFE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59599C4-E92D-4693-0D12-F90671CD7F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자율 주행 </a:t>
            </a:r>
            <a:r>
              <a:rPr lang="en-US" altLang="ko-KR" spc="-25" dirty="0"/>
              <a:t>NPC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E1BC0D9-A810-F91C-488E-BA9629BA5EE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ED638F5-A714-F4FA-9B02-E9D2E69E3B89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773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cs typeface="Malgun Gothic"/>
              </a:rPr>
              <a:t> </a:t>
            </a:r>
            <a:r>
              <a:rPr lang="ko-KR" altLang="en-US" sz="1600" dirty="0">
                <a:latin typeface="+mn-ea"/>
                <a:cs typeface="Malgun Gothic"/>
              </a:rPr>
              <a:t>추격 </a:t>
            </a:r>
            <a:r>
              <a:rPr lang="en-US" altLang="ko-KR" sz="1600" dirty="0">
                <a:latin typeface="+mn-ea"/>
                <a:cs typeface="Malgun Gothic"/>
              </a:rPr>
              <a:t>()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+mn-ea"/>
              </a:rPr>
              <a:t>좌회</a:t>
            </a: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11536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6B815-1E4A-AAEA-8517-DC332E580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29CADE7-F915-2793-B851-12671CAAA5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추가작업 </a:t>
            </a:r>
            <a:r>
              <a:rPr lang="en-US" altLang="ko-KR" spc="-25" dirty="0"/>
              <a:t>– </a:t>
            </a:r>
            <a:r>
              <a:rPr lang="ko-KR" altLang="en-US" spc="-25" dirty="0"/>
              <a:t>차종 추가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33B0F94-FA19-57AB-93F3-A2C77FB3BA7A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0F7A6AF-D592-91AD-4C57-1A798A9AA7FD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110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차량 </a:t>
            </a:r>
            <a:r>
              <a:rPr lang="en-US" altLang="ko-KR" sz="1600" dirty="0">
                <a:latin typeface="+mn-ea"/>
                <a:cs typeface="Malgun Gothic"/>
              </a:rPr>
              <a:t>3</a:t>
            </a:r>
            <a:r>
              <a:rPr lang="ko-KR" altLang="en-US" sz="1600" dirty="0">
                <a:latin typeface="+mn-ea"/>
                <a:cs typeface="Malgun Gothic"/>
              </a:rPr>
              <a:t>종 추가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기존 </a:t>
            </a:r>
            <a:r>
              <a:rPr lang="en-US" altLang="ko-KR" sz="1400" dirty="0"/>
              <a:t>2</a:t>
            </a:r>
            <a:r>
              <a:rPr lang="ko-KR" altLang="en-US" sz="1400" dirty="0"/>
              <a:t>종 </a:t>
            </a:r>
            <a:r>
              <a:rPr lang="en-US" altLang="ko-KR" sz="1400" dirty="0"/>
              <a:t>+ 3</a:t>
            </a:r>
            <a:r>
              <a:rPr lang="ko-KR" altLang="en-US" sz="1400" dirty="0"/>
              <a:t>종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길쭉한 트럭 </a:t>
            </a:r>
            <a:r>
              <a:rPr lang="en-US" altLang="ko-KR" sz="1400" dirty="0"/>
              <a:t>: </a:t>
            </a:r>
            <a:r>
              <a:rPr lang="ko-KR" altLang="en-US" sz="1400" dirty="0"/>
              <a:t>맵 크기로 인해 제외</a:t>
            </a:r>
            <a:endParaRPr lang="en-US" altLang="ko-KR" sz="1400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47B8077-9023-55D8-CFF6-BAF8CE37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158" y="3200400"/>
            <a:ext cx="6087091" cy="335250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1169B62-78C5-E037-2604-BDDAA6CC4B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3336234"/>
            <a:ext cx="3521157" cy="321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70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dirty="0"/>
              <a:t>향후</a:t>
            </a:r>
            <a:r>
              <a:rPr spc="-70" dirty="0"/>
              <a:t> </a:t>
            </a:r>
            <a:r>
              <a:rPr dirty="0"/>
              <a:t>진행</a:t>
            </a:r>
            <a:r>
              <a:rPr spc="-75" dirty="0"/>
              <a:t> </a:t>
            </a:r>
            <a:r>
              <a:rPr spc="-25" dirty="0"/>
              <a:t>계획</a:t>
            </a:r>
          </a:p>
        </p:txBody>
      </p:sp>
      <p:sp>
        <p:nvSpPr>
          <p:cNvPr id="5" name="object 5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781940"/>
              </p:ext>
            </p:extLst>
          </p:nvPr>
        </p:nvGraphicFramePr>
        <p:xfrm>
          <a:off x="2032000" y="2484836"/>
          <a:ext cx="8128000" cy="37094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7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내용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비고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7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1주차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렌더링</a:t>
                      </a:r>
                      <a:r>
                        <a:rPr sz="1200" b="1" spc="-1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기반 구축,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조향/가속/제동/후진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강체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물리,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자전거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모델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45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2주차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길찾기,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추종,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차선변경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BT,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스플라인</a:t>
                      </a:r>
                      <a:r>
                        <a:rPr sz="1200" b="1" spc="-4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그래프,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A*,</a:t>
                      </a:r>
                      <a:r>
                        <a:rPr sz="1200" b="1" spc="-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PurePursuit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+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PID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7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3주차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주차 구현 및 단독 주행 튜닝 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Reeds-Shepp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7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4주차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주행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</a:t>
                      </a:r>
                      <a:r>
                        <a:rPr sz="1200" b="1" spc="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: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앞차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감지,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안전거리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유지,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신호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50" dirty="0">
                          <a:latin typeface="Malgun Gothic"/>
                          <a:cs typeface="Malgun Gothic"/>
                        </a:rPr>
                        <a:t>등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spc="-20" dirty="0">
                          <a:latin typeface="Malgun Gothic"/>
                          <a:cs typeface="Malgun Gothic"/>
                        </a:rPr>
                        <a:t>IDM, MOBIL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7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5주차</a:t>
                      </a:r>
                      <a:endParaRPr sz="1200" dirty="0">
                        <a:solidFill>
                          <a:schemeClr val="tx1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추월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도로 합류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lang="ko-KR" altLang="en-US" sz="1200" b="1" spc="10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장애물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 err="1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대처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우회)</a:t>
                      </a:r>
                      <a:endParaRPr sz="1200" b="1" dirty="0">
                        <a:solidFill>
                          <a:schemeClr val="tx1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b="1" dirty="0">
                        <a:solidFill>
                          <a:schemeClr val="tx1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5786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6주차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운전</a:t>
                      </a:r>
                      <a:r>
                        <a:rPr sz="1200" b="1" spc="-5" dirty="0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스타일</a:t>
                      </a:r>
                      <a:r>
                        <a:rPr sz="1200" b="1" spc="10" dirty="0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 err="1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적용</a:t>
                      </a:r>
                      <a:r>
                        <a:rPr lang="en-US" sz="1200" b="1" spc="-25" dirty="0">
                          <a:solidFill>
                            <a:srgbClr val="942C14"/>
                          </a:solidFill>
                          <a:latin typeface="Malgun Gothic"/>
                          <a:cs typeface="Malgun Gothic"/>
                        </a:rPr>
                        <a:t>, </a:t>
                      </a:r>
                      <a:r>
                        <a:rPr lang="ko-KR" altLang="en-US"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주차 재적용</a:t>
                      </a:r>
                      <a:r>
                        <a:rPr lang="en-US" altLang="ko-KR"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,</a:t>
                      </a: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ko-KR" altLang="en-US"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사용자 조작 상호작용</a:t>
                      </a:r>
                      <a:r>
                        <a:rPr lang="en-US" altLang="ko-KR"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, </a:t>
                      </a:r>
                      <a:r>
                        <a:rPr lang="ko-KR" altLang="en-US" sz="1200" b="1" spc="-2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차량 다양화</a:t>
                      </a:r>
                      <a:endParaRPr sz="1200" b="1" dirty="0">
                        <a:solidFill>
                          <a:schemeClr val="tx1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파라미터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튜닝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7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7주차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대규모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최적화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공간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분할,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AI/</a:t>
                      </a:r>
                      <a:r>
                        <a:rPr sz="1200" b="1" dirty="0" err="1">
                          <a:latin typeface="Malgun Gothic"/>
                          <a:cs typeface="Malgun Gothic"/>
                        </a:rPr>
                        <a:t>렌더링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LOD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345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8주차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안정화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폴리싱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C186B376-45B3-D5CF-D960-F250F038C7B1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169732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주차별 계획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6</a:t>
            </a:r>
            <a:r>
              <a:rPr lang="ko-KR" altLang="en-US" sz="1400" dirty="0">
                <a:latin typeface="+mj-ea"/>
                <a:ea typeface="+mj-ea"/>
              </a:rPr>
              <a:t>주차 목표 </a:t>
            </a:r>
            <a:r>
              <a:rPr lang="en-US" altLang="ko-KR" sz="1400" dirty="0">
                <a:latin typeface="+mj-ea"/>
                <a:ea typeface="+mj-ea"/>
              </a:rPr>
              <a:t>: </a:t>
            </a:r>
            <a:r>
              <a:rPr lang="ko-KR" altLang="en-US" sz="1400" b="1" dirty="0">
                <a:latin typeface="+mj-ea"/>
                <a:ea typeface="+mj-ea"/>
              </a:rPr>
              <a:t>구현 작업 마무리</a:t>
            </a:r>
            <a:endParaRPr lang="en-US" altLang="ko-KR" sz="1400" b="1" dirty="0">
              <a:latin typeface="+mj-ea"/>
              <a:ea typeface="+mj-ea"/>
            </a:endParaRPr>
          </a:p>
          <a:p>
            <a:pPr lvl="1">
              <a:lnSpc>
                <a:spcPct val="150000"/>
              </a:lnSpc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5819</TotalTime>
  <Words>340</Words>
  <Application>Microsoft Office PowerPoint</Application>
  <PresentationFormat>와이드스크린</PresentationFormat>
  <Paragraphs>74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맑은 고딕</vt:lpstr>
      <vt:lpstr>맑은 고딕</vt:lpstr>
      <vt:lpstr>Arial</vt:lpstr>
      <vt:lpstr>Calibri</vt:lpstr>
      <vt:lpstr>Times New Roman</vt:lpstr>
      <vt:lpstr>Office Theme</vt:lpstr>
      <vt:lpstr>6주차 개발 진행 보고</vt:lpstr>
      <vt:lpstr>6주차 진행 현황</vt:lpstr>
      <vt:lpstr>결과 영상</vt:lpstr>
      <vt:lpstr>작업내용 – 자율 주행 NPC</vt:lpstr>
      <vt:lpstr>작업내용 – 자율 주행 NPC</vt:lpstr>
      <vt:lpstr>작업내용 – 자율 주행 NPC</vt:lpstr>
      <vt:lpstr>작업내용 – 자율 주행 NPC</vt:lpstr>
      <vt:lpstr>추가작업 – 차종 추가</vt:lpstr>
      <vt:lpstr>향후 진행 계획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박인영</dc:creator>
  <cp:lastModifiedBy>박인영</cp:lastModifiedBy>
  <cp:revision>109</cp:revision>
  <dcterms:created xsi:type="dcterms:W3CDTF">2026-07-10T04:44:00Z</dcterms:created>
  <dcterms:modified xsi:type="dcterms:W3CDTF">2026-08-06T09:48:38Z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2026-07-03T00:00:00Z</vt:filetime>
  </property>
  <property fmtid="{D5CDD505-2E9C-101B-9397-08002B2CF9AE}" pid="4" name="Creator">
    <vt:lpwstr>Microsoft® PowerPoint® Microsoft 365용</vt:lpwstr>
  </property>
  <property fmtid="{D5CDD505-2E9C-101B-9397-08002B2CF9AE}" pid="5" name="LastSaved">
    <vt:filetime>2026-07-10T00:00:00Z</vt:filetime>
  </property>
  <property fmtid="{D5CDD505-2E9C-101B-9397-08002B2CF9AE}" pid="6" name="Producer">
    <vt:lpwstr>Microsoft® PowerPoint® Microsoft 365용</vt:lpwstr>
  </property>
</Properties>
</file>